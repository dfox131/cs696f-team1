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  <p1510:client id="{7959766F-0BB5-ADCB-DEFE-41A8EC68A5CE}" v="7" dt="2025-12-07T17:13:16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eneral account entry&#10;&#10;AI-generated content may be incorrect.">
            <a:extLst>
              <a:ext uri="{FF2B5EF4-FFF2-40B4-BE49-F238E27FC236}">
                <a16:creationId xmlns:a16="http://schemas.microsoft.com/office/drawing/2014/main" id="{EEB65F7B-5874-FC24-6C47-8E82F6CFF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72" y="518023"/>
            <a:ext cx="10775528" cy="597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2025-12-07T17:08:24Z</dcterms:created>
  <dcterms:modified xsi:type="dcterms:W3CDTF">2025-12-08T00:14:14Z</dcterms:modified>
</cp:coreProperties>
</file>