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50D1A6-9A2F-E264-2618-87BA8F7A476D}" v="2" dt="2025-09-22T18:23:30.251"/>
    <p1510:client id="{482AEC16-7820-E439-8005-0E8526F3F37D}" v="195" dt="2025-09-22T23:29:57.553"/>
    <p1510:client id="{F77DDCF5-87A2-E3DE-1A2D-670284A1F877}" v="676" dt="2025-09-23T00:38:40.7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, Manisha" userId="S::ms79993n@pace.edu::b77c9b21-6255-4db3-9c0d-5fee00929642" providerId="AD" clId="Web-{F77DDCF5-87A2-E3DE-1A2D-670284A1F877}"/>
    <pc:docChg chg="modSld">
      <pc:chgData name="Shah, Manisha" userId="S::ms79993n@pace.edu::b77c9b21-6255-4db3-9c0d-5fee00929642" providerId="AD" clId="Web-{F77DDCF5-87A2-E3DE-1A2D-670284A1F877}" dt="2025-09-23T00:38:40.714" v="542" actId="1076"/>
      <pc:docMkLst>
        <pc:docMk/>
      </pc:docMkLst>
      <pc:sldChg chg="addSp delSp modSp">
        <pc:chgData name="Shah, Manisha" userId="S::ms79993n@pace.edu::b77c9b21-6255-4db3-9c0d-5fee00929642" providerId="AD" clId="Web-{F77DDCF5-87A2-E3DE-1A2D-670284A1F877}" dt="2025-09-23T00:38:40.714" v="542" actId="1076"/>
        <pc:sldMkLst>
          <pc:docMk/>
          <pc:sldMk cId="1015669838" sldId="256"/>
        </pc:sldMkLst>
        <pc:spChg chg="add del mod">
          <ac:chgData name="Shah, Manisha" userId="S::ms79993n@pace.edu::b77c9b21-6255-4db3-9c0d-5fee00929642" providerId="AD" clId="Web-{F77DDCF5-87A2-E3DE-1A2D-670284A1F877}" dt="2025-09-23T00:21:17.347" v="247"/>
          <ac:spMkLst>
            <pc:docMk/>
            <pc:sldMk cId="1015669838" sldId="256"/>
            <ac:spMk id="2" creationId="{07225F5F-C8DA-F9E8-6F8F-3C0A682CF8A0}"/>
          </ac:spMkLst>
        </pc:spChg>
        <pc:spChg chg="add mod">
          <ac:chgData name="Shah, Manisha" userId="S::ms79993n@pace.edu::b77c9b21-6255-4db3-9c0d-5fee00929642" providerId="AD" clId="Web-{F77DDCF5-87A2-E3DE-1A2D-670284A1F877}" dt="2025-09-23T00:34:43.362" v="455" actId="1076"/>
          <ac:spMkLst>
            <pc:docMk/>
            <pc:sldMk cId="1015669838" sldId="256"/>
            <ac:spMk id="3" creationId="{1217492B-D34E-55E6-A705-00029E99AE47}"/>
          </ac:spMkLst>
        </pc:spChg>
        <pc:spChg chg="mod">
          <ac:chgData name="Shah, Manisha" userId="S::ms79993n@pace.edu::b77c9b21-6255-4db3-9c0d-5fee00929642" providerId="AD" clId="Web-{F77DDCF5-87A2-E3DE-1A2D-670284A1F877}" dt="2025-09-22T23:53:26.984" v="163" actId="1076"/>
          <ac:spMkLst>
            <pc:docMk/>
            <pc:sldMk cId="1015669838" sldId="256"/>
            <ac:spMk id="4" creationId="{F5976E75-7ACE-7611-A8A4-E903A8786AE2}"/>
          </ac:spMkLst>
        </pc:spChg>
        <pc:spChg chg="add del mod">
          <ac:chgData name="Shah, Manisha" userId="S::ms79993n@pace.edu::b77c9b21-6255-4db3-9c0d-5fee00929642" providerId="AD" clId="Web-{F77DDCF5-87A2-E3DE-1A2D-670284A1F877}" dt="2025-09-23T00:32:04.510" v="423" actId="1076"/>
          <ac:spMkLst>
            <pc:docMk/>
            <pc:sldMk cId="1015669838" sldId="256"/>
            <ac:spMk id="5" creationId="{1316A92E-A9D5-EE9D-4970-ECE11065B012}"/>
          </ac:spMkLst>
        </pc:spChg>
        <pc:spChg chg="del mod">
          <ac:chgData name="Shah, Manisha" userId="S::ms79993n@pace.edu::b77c9b21-6255-4db3-9c0d-5fee00929642" providerId="AD" clId="Web-{F77DDCF5-87A2-E3DE-1A2D-670284A1F877}" dt="2025-09-22T23:43:59.708" v="17"/>
          <ac:spMkLst>
            <pc:docMk/>
            <pc:sldMk cId="1015669838" sldId="256"/>
            <ac:spMk id="6" creationId="{8670864C-E763-1668-A744-47A78AF6D94C}"/>
          </ac:spMkLst>
        </pc:spChg>
        <pc:spChg chg="mod">
          <ac:chgData name="Shah, Manisha" userId="S::ms79993n@pace.edu::b77c9b21-6255-4db3-9c0d-5fee00929642" providerId="AD" clId="Web-{F77DDCF5-87A2-E3DE-1A2D-670284A1F877}" dt="2025-09-23T00:31:12.022" v="410" actId="1076"/>
          <ac:spMkLst>
            <pc:docMk/>
            <pc:sldMk cId="1015669838" sldId="256"/>
            <ac:spMk id="7" creationId="{993E9595-E1F0-D656-3573-DF6285EB7096}"/>
          </ac:spMkLst>
        </pc:spChg>
        <pc:spChg chg="add del">
          <ac:chgData name="Shah, Manisha" userId="S::ms79993n@pace.edu::b77c9b21-6255-4db3-9c0d-5fee00929642" providerId="AD" clId="Web-{F77DDCF5-87A2-E3DE-1A2D-670284A1F877}" dt="2025-09-22T23:44:13.396" v="30"/>
          <ac:spMkLst>
            <pc:docMk/>
            <pc:sldMk cId="1015669838" sldId="256"/>
            <ac:spMk id="9" creationId="{60C76632-E499-96C1-61E8-D352E6162906}"/>
          </ac:spMkLst>
        </pc:spChg>
        <pc:spChg chg="add del">
          <ac:chgData name="Shah, Manisha" userId="S::ms79993n@pace.edu::b77c9b21-6255-4db3-9c0d-5fee00929642" providerId="AD" clId="Web-{F77DDCF5-87A2-E3DE-1A2D-670284A1F877}" dt="2025-09-22T23:44:13.396" v="28"/>
          <ac:spMkLst>
            <pc:docMk/>
            <pc:sldMk cId="1015669838" sldId="256"/>
            <ac:spMk id="12" creationId="{68BCC2C4-85C5-C0C7-EE86-7F47E68C612F}"/>
          </ac:spMkLst>
        </pc:spChg>
        <pc:spChg chg="mod">
          <ac:chgData name="Shah, Manisha" userId="S::ms79993n@pace.edu::b77c9b21-6255-4db3-9c0d-5fee00929642" providerId="AD" clId="Web-{F77DDCF5-87A2-E3DE-1A2D-670284A1F877}" dt="2025-09-23T00:34:30.596" v="450" actId="20577"/>
          <ac:spMkLst>
            <pc:docMk/>
            <pc:sldMk cId="1015669838" sldId="256"/>
            <ac:spMk id="14" creationId="{F8700B81-E2F8-FEF0-F211-E2D25A8922EE}"/>
          </ac:spMkLst>
        </pc:spChg>
        <pc:spChg chg="mod">
          <ac:chgData name="Shah, Manisha" userId="S::ms79993n@pace.edu::b77c9b21-6255-4db3-9c0d-5fee00929642" providerId="AD" clId="Web-{F77DDCF5-87A2-E3DE-1A2D-670284A1F877}" dt="2025-09-22T23:51:21.420" v="121" actId="1076"/>
          <ac:spMkLst>
            <pc:docMk/>
            <pc:sldMk cId="1015669838" sldId="256"/>
            <ac:spMk id="15" creationId="{408E6ED4-A1E4-55B2-CB0C-0F88C6430625}"/>
          </ac:spMkLst>
        </pc:spChg>
        <pc:spChg chg="mod">
          <ac:chgData name="Shah, Manisha" userId="S::ms79993n@pace.edu::b77c9b21-6255-4db3-9c0d-5fee00929642" providerId="AD" clId="Web-{F77DDCF5-87A2-E3DE-1A2D-670284A1F877}" dt="2025-09-23T00:38:23.885" v="537" actId="1076"/>
          <ac:spMkLst>
            <pc:docMk/>
            <pc:sldMk cId="1015669838" sldId="256"/>
            <ac:spMk id="17" creationId="{CB0B6456-5E10-36FB-B15E-EFC79586FDD7}"/>
          </ac:spMkLst>
        </pc:spChg>
        <pc:spChg chg="mod">
          <ac:chgData name="Shah, Manisha" userId="S::ms79993n@pace.edu::b77c9b21-6255-4db3-9c0d-5fee00929642" providerId="AD" clId="Web-{F77DDCF5-87A2-E3DE-1A2D-670284A1F877}" dt="2025-09-23T00:34:45.503" v="456" actId="1076"/>
          <ac:spMkLst>
            <pc:docMk/>
            <pc:sldMk cId="1015669838" sldId="256"/>
            <ac:spMk id="18" creationId="{44587938-E30A-C206-3FC3-64CD986750E2}"/>
          </ac:spMkLst>
        </pc:spChg>
        <pc:spChg chg="del">
          <ac:chgData name="Shah, Manisha" userId="S::ms79993n@pace.edu::b77c9b21-6255-4db3-9c0d-5fee00929642" providerId="AD" clId="Web-{F77DDCF5-87A2-E3DE-1A2D-670284A1F877}" dt="2025-09-23T00:25:29.308" v="325"/>
          <ac:spMkLst>
            <pc:docMk/>
            <pc:sldMk cId="1015669838" sldId="256"/>
            <ac:spMk id="19" creationId="{FED913D4-1E59-5808-A50F-1437E35E2F7A}"/>
          </ac:spMkLst>
        </pc:spChg>
        <pc:spChg chg="mod">
          <ac:chgData name="Shah, Manisha" userId="S::ms79993n@pace.edu::b77c9b21-6255-4db3-9c0d-5fee00929642" providerId="AD" clId="Web-{F77DDCF5-87A2-E3DE-1A2D-670284A1F877}" dt="2025-09-22T23:33:09.307" v="15" actId="20577"/>
          <ac:spMkLst>
            <pc:docMk/>
            <pc:sldMk cId="1015669838" sldId="256"/>
            <ac:spMk id="20" creationId="{A43CF572-DF2A-7F76-327D-0F8003730379}"/>
          </ac:spMkLst>
        </pc:spChg>
        <pc:spChg chg="mod">
          <ac:chgData name="Shah, Manisha" userId="S::ms79993n@pace.edu::b77c9b21-6255-4db3-9c0d-5fee00929642" providerId="AD" clId="Web-{F77DDCF5-87A2-E3DE-1A2D-670284A1F877}" dt="2025-09-23T00:36:33.585" v="499" actId="1076"/>
          <ac:spMkLst>
            <pc:docMk/>
            <pc:sldMk cId="1015669838" sldId="256"/>
            <ac:spMk id="37" creationId="{8D8116BB-FE02-014C-76FF-93852E1DE5E0}"/>
          </ac:spMkLst>
        </pc:spChg>
        <pc:spChg chg="del mod">
          <ac:chgData name="Shah, Manisha" userId="S::ms79993n@pace.edu::b77c9b21-6255-4db3-9c0d-5fee00929642" providerId="AD" clId="Web-{F77DDCF5-87A2-E3DE-1A2D-670284A1F877}" dt="2025-09-23T00:25:30.761" v="326"/>
          <ac:spMkLst>
            <pc:docMk/>
            <pc:sldMk cId="1015669838" sldId="256"/>
            <ac:spMk id="39" creationId="{4226FB8B-BA4B-D205-D50C-367AB4063BD6}"/>
          </ac:spMkLst>
        </pc:spChg>
        <pc:spChg chg="add del mod">
          <ac:chgData name="Shah, Manisha" userId="S::ms79993n@pace.edu::b77c9b21-6255-4db3-9c0d-5fee00929642" providerId="AD" clId="Web-{F77DDCF5-87A2-E3DE-1A2D-670284A1F877}" dt="2025-09-23T00:38:28.166" v="538" actId="20577"/>
          <ac:spMkLst>
            <pc:docMk/>
            <pc:sldMk cId="1015669838" sldId="256"/>
            <ac:spMk id="40" creationId="{D7BF7D40-8071-16C5-E260-4FDE61031A26}"/>
          </ac:spMkLst>
        </pc:spChg>
        <pc:spChg chg="mod">
          <ac:chgData name="Shah, Manisha" userId="S::ms79993n@pace.edu::b77c9b21-6255-4db3-9c0d-5fee00929642" providerId="AD" clId="Web-{F77DDCF5-87A2-E3DE-1A2D-670284A1F877}" dt="2025-09-23T00:33:01.092" v="436" actId="1076"/>
          <ac:spMkLst>
            <pc:docMk/>
            <pc:sldMk cId="1015669838" sldId="256"/>
            <ac:spMk id="41" creationId="{1FBE4E54-8586-5FF0-204E-BCFF0F494331}"/>
          </ac:spMkLst>
        </pc:spChg>
        <pc:spChg chg="mod">
          <ac:chgData name="Shah, Manisha" userId="S::ms79993n@pace.edu::b77c9b21-6255-4db3-9c0d-5fee00929642" providerId="AD" clId="Web-{F77DDCF5-87A2-E3DE-1A2D-670284A1F877}" dt="2025-09-23T00:35:15.613" v="471" actId="1076"/>
          <ac:spMkLst>
            <pc:docMk/>
            <pc:sldMk cId="1015669838" sldId="256"/>
            <ac:spMk id="42" creationId="{74B2C3E4-F750-6616-7632-8F7060866BE5}"/>
          </ac:spMkLst>
        </pc:spChg>
        <pc:spChg chg="del mod">
          <ac:chgData name="Shah, Manisha" userId="S::ms79993n@pace.edu::b77c9b21-6255-4db3-9c0d-5fee00929642" providerId="AD" clId="Web-{F77DDCF5-87A2-E3DE-1A2D-670284A1F877}" dt="2025-09-23T00:22:00.723" v="272"/>
          <ac:spMkLst>
            <pc:docMk/>
            <pc:sldMk cId="1015669838" sldId="256"/>
            <ac:spMk id="45" creationId="{BE693D96-26FE-0104-6991-A251E902E5FE}"/>
          </ac:spMkLst>
        </pc:spChg>
        <pc:spChg chg="mod">
          <ac:chgData name="Shah, Manisha" userId="S::ms79993n@pace.edu::b77c9b21-6255-4db3-9c0d-5fee00929642" providerId="AD" clId="Web-{F77DDCF5-87A2-E3DE-1A2D-670284A1F877}" dt="2025-09-23T00:34:52.659" v="461" actId="20577"/>
          <ac:spMkLst>
            <pc:docMk/>
            <pc:sldMk cId="1015669838" sldId="256"/>
            <ac:spMk id="46" creationId="{9F892E0B-C62B-CCC8-2DE1-D968E5FF1C44}"/>
          </ac:spMkLst>
        </pc:spChg>
        <pc:spChg chg="del mod">
          <ac:chgData name="Shah, Manisha" userId="S::ms79993n@pace.edu::b77c9b21-6255-4db3-9c0d-5fee00929642" providerId="AD" clId="Web-{F77DDCF5-87A2-E3DE-1A2D-670284A1F877}" dt="2025-09-23T00:25:32.120" v="327"/>
          <ac:spMkLst>
            <pc:docMk/>
            <pc:sldMk cId="1015669838" sldId="256"/>
            <ac:spMk id="47" creationId="{190404E2-5DEC-DAD0-FD16-72C641E38C68}"/>
          </ac:spMkLst>
        </pc:spChg>
        <pc:spChg chg="mod">
          <ac:chgData name="Shah, Manisha" userId="S::ms79993n@pace.edu::b77c9b21-6255-4db3-9c0d-5fee00929642" providerId="AD" clId="Web-{F77DDCF5-87A2-E3DE-1A2D-670284A1F877}" dt="2025-09-23T00:35:58.740" v="488" actId="1076"/>
          <ac:spMkLst>
            <pc:docMk/>
            <pc:sldMk cId="1015669838" sldId="256"/>
            <ac:spMk id="48" creationId="{42AD4605-5493-D72B-71CC-2444BE01E340}"/>
          </ac:spMkLst>
        </pc:spChg>
        <pc:spChg chg="add mod">
          <ac:chgData name="Shah, Manisha" userId="S::ms79993n@pace.edu::b77c9b21-6255-4db3-9c0d-5fee00929642" providerId="AD" clId="Web-{F77DDCF5-87A2-E3DE-1A2D-670284A1F877}" dt="2025-09-23T00:32:55.232" v="435" actId="20577"/>
          <ac:spMkLst>
            <pc:docMk/>
            <pc:sldMk cId="1015669838" sldId="256"/>
            <ac:spMk id="49" creationId="{0F2AA6EF-4B00-93FB-BC4E-3BE43394F65D}"/>
          </ac:spMkLst>
        </pc:spChg>
        <pc:spChg chg="add mod">
          <ac:chgData name="Shah, Manisha" userId="S::ms79993n@pace.edu::b77c9b21-6255-4db3-9c0d-5fee00929642" providerId="AD" clId="Web-{F77DDCF5-87A2-E3DE-1A2D-670284A1F877}" dt="2025-09-23T00:33:23.202" v="443" actId="1076"/>
          <ac:spMkLst>
            <pc:docMk/>
            <pc:sldMk cId="1015669838" sldId="256"/>
            <ac:spMk id="50" creationId="{9209BCDD-9821-82EC-2295-0890B2FD2780}"/>
          </ac:spMkLst>
        </pc:spChg>
        <pc:spChg chg="mod">
          <ac:chgData name="Shah, Manisha" userId="S::ms79993n@pace.edu::b77c9b21-6255-4db3-9c0d-5fee00929642" providerId="AD" clId="Web-{F77DDCF5-87A2-E3DE-1A2D-670284A1F877}" dt="2025-09-23T00:34:47.893" v="457" actId="20577"/>
          <ac:spMkLst>
            <pc:docMk/>
            <pc:sldMk cId="1015669838" sldId="256"/>
            <ac:spMk id="59" creationId="{8EBC7972-27D1-C57D-C59E-465FC6356DBA}"/>
          </ac:spMkLst>
        </pc:spChg>
        <pc:spChg chg="add del mod">
          <ac:chgData name="Shah, Manisha" userId="S::ms79993n@pace.edu::b77c9b21-6255-4db3-9c0d-5fee00929642" providerId="AD" clId="Web-{F77DDCF5-87A2-E3DE-1A2D-670284A1F877}" dt="2025-09-23T00:33:47.938" v="449" actId="1076"/>
          <ac:spMkLst>
            <pc:docMk/>
            <pc:sldMk cId="1015669838" sldId="256"/>
            <ac:spMk id="63" creationId="{21F7D65F-977B-AB31-60B4-5706E5DF37F2}"/>
          </ac:spMkLst>
        </pc:spChg>
        <pc:spChg chg="add mod">
          <ac:chgData name="Shah, Manisha" userId="S::ms79993n@pace.edu::b77c9b21-6255-4db3-9c0d-5fee00929642" providerId="AD" clId="Web-{F77DDCF5-87A2-E3DE-1A2D-670284A1F877}" dt="2025-09-23T00:36:00.927" v="489" actId="1076"/>
          <ac:spMkLst>
            <pc:docMk/>
            <pc:sldMk cId="1015669838" sldId="256"/>
            <ac:spMk id="1024" creationId="{825B27F2-85B0-EA07-D5F6-739DC334D712}"/>
          </ac:spMkLst>
        </pc:spChg>
        <pc:spChg chg="add mod">
          <ac:chgData name="Shah, Manisha" userId="S::ms79993n@pace.edu::b77c9b21-6255-4db3-9c0d-5fee00929642" providerId="AD" clId="Web-{F77DDCF5-87A2-E3DE-1A2D-670284A1F877}" dt="2025-09-23T00:36:19.725" v="498" actId="1076"/>
          <ac:spMkLst>
            <pc:docMk/>
            <pc:sldMk cId="1015669838" sldId="256"/>
            <ac:spMk id="1025" creationId="{C3B6A7B3-FB33-66B4-2E9F-845037F3C6BB}"/>
          </ac:spMkLst>
        </pc:spChg>
        <pc:spChg chg="add mod">
          <ac:chgData name="Shah, Manisha" userId="S::ms79993n@pace.edu::b77c9b21-6255-4db3-9c0d-5fee00929642" providerId="AD" clId="Web-{F77DDCF5-87A2-E3DE-1A2D-670284A1F877}" dt="2025-09-23T00:36:58.491" v="508" actId="1076"/>
          <ac:spMkLst>
            <pc:docMk/>
            <pc:sldMk cId="1015669838" sldId="256"/>
            <ac:spMk id="1026" creationId="{9BECCA12-1518-FA36-2F7D-5B054C154B17}"/>
          </ac:spMkLst>
        </pc:spChg>
        <pc:spChg chg="add mod">
          <ac:chgData name="Shah, Manisha" userId="S::ms79993n@pace.edu::b77c9b21-6255-4db3-9c0d-5fee00929642" providerId="AD" clId="Web-{F77DDCF5-87A2-E3DE-1A2D-670284A1F877}" dt="2025-09-23T00:36:53.819" v="506" actId="20577"/>
          <ac:spMkLst>
            <pc:docMk/>
            <pc:sldMk cId="1015669838" sldId="256"/>
            <ac:spMk id="1028" creationId="{E7A149C8-18F3-4655-9CC1-77F074BFFD2C}"/>
          </ac:spMkLst>
        </pc:spChg>
        <pc:spChg chg="add mod">
          <ac:chgData name="Shah, Manisha" userId="S::ms79993n@pace.edu::b77c9b21-6255-4db3-9c0d-5fee00929642" providerId="AD" clId="Web-{F77DDCF5-87A2-E3DE-1A2D-670284A1F877}" dt="2025-09-23T00:38:39.042" v="541" actId="1076"/>
          <ac:spMkLst>
            <pc:docMk/>
            <pc:sldMk cId="1015669838" sldId="256"/>
            <ac:spMk id="1029" creationId="{CF1EE1AE-D53C-ABAE-CC4E-AE23E766FCE7}"/>
          </ac:spMkLst>
        </pc:spChg>
        <pc:spChg chg="add mod">
          <ac:chgData name="Shah, Manisha" userId="S::ms79993n@pace.edu::b77c9b21-6255-4db3-9c0d-5fee00929642" providerId="AD" clId="Web-{F77DDCF5-87A2-E3DE-1A2D-670284A1F877}" dt="2025-09-23T00:38:40.714" v="542" actId="1076"/>
          <ac:spMkLst>
            <pc:docMk/>
            <pc:sldMk cId="1015669838" sldId="256"/>
            <ac:spMk id="1030" creationId="{A7D50A00-AF52-85D4-2465-1577E960E826}"/>
          </ac:spMkLst>
        </pc:spChg>
        <pc:spChg chg="add mod">
          <ac:chgData name="Shah, Manisha" userId="S::ms79993n@pace.edu::b77c9b21-6255-4db3-9c0d-5fee00929642" providerId="AD" clId="Web-{F77DDCF5-87A2-E3DE-1A2D-670284A1F877}" dt="2025-09-23T00:34:52.737" v="462" actId="20577"/>
          <ac:spMkLst>
            <pc:docMk/>
            <pc:sldMk cId="1015669838" sldId="256"/>
            <ac:spMk id="1031" creationId="{637A0EA6-3717-45C6-0D0A-75043A4710FF}"/>
          </ac:spMkLst>
        </pc:spChg>
        <pc:spChg chg="add mod">
          <ac:chgData name="Shah, Manisha" userId="S::ms79993n@pace.edu::b77c9b21-6255-4db3-9c0d-5fee00929642" providerId="AD" clId="Web-{F77DDCF5-87A2-E3DE-1A2D-670284A1F877}" dt="2025-09-23T00:36:09.146" v="493" actId="1076"/>
          <ac:spMkLst>
            <pc:docMk/>
            <pc:sldMk cId="1015669838" sldId="256"/>
            <ac:spMk id="1032" creationId="{51F50F3D-DDBA-8F20-1B20-E62920617D51}"/>
          </ac:spMkLst>
        </pc:spChg>
        <pc:spChg chg="add del mod">
          <ac:chgData name="Shah, Manisha" userId="S::ms79993n@pace.edu::b77c9b21-6255-4db3-9c0d-5fee00929642" providerId="AD" clId="Web-{F77DDCF5-87A2-E3DE-1A2D-670284A1F877}" dt="2025-09-23T00:34:49.018" v="459" actId="20577"/>
          <ac:spMkLst>
            <pc:docMk/>
            <pc:sldMk cId="1015669838" sldId="256"/>
            <ac:spMk id="1033" creationId="{563812D0-81E1-1383-E8E0-828579109919}"/>
          </ac:spMkLst>
        </pc:spChg>
        <pc:spChg chg="add mod">
          <ac:chgData name="Shah, Manisha" userId="S::ms79993n@pace.edu::b77c9b21-6255-4db3-9c0d-5fee00929642" providerId="AD" clId="Web-{F77DDCF5-87A2-E3DE-1A2D-670284A1F877}" dt="2025-09-23T00:38:31.620" v="540" actId="20577"/>
          <ac:spMkLst>
            <pc:docMk/>
            <pc:sldMk cId="1015669838" sldId="256"/>
            <ac:spMk id="1034" creationId="{5745A62B-7BF8-0199-01DE-6CB9EF94B3D8}"/>
          </ac:spMkLst>
        </pc:spChg>
        <pc:spChg chg="add mod">
          <ac:chgData name="Shah, Manisha" userId="S::ms79993n@pace.edu::b77c9b21-6255-4db3-9c0d-5fee00929642" providerId="AD" clId="Web-{F77DDCF5-87A2-E3DE-1A2D-670284A1F877}" dt="2025-09-23T00:38:05.931" v="533" actId="14100"/>
          <ac:spMkLst>
            <pc:docMk/>
            <pc:sldMk cId="1015669838" sldId="256"/>
            <ac:spMk id="1035" creationId="{20AD7FE2-71BB-24F4-9ADA-E04639F00422}"/>
          </ac:spMkLst>
        </pc:spChg>
        <pc:grpChg chg="del mod">
          <ac:chgData name="Shah, Manisha" userId="S::ms79993n@pace.edu::b77c9b21-6255-4db3-9c0d-5fee00929642" providerId="AD" clId="Web-{F77DDCF5-87A2-E3DE-1A2D-670284A1F877}" dt="2025-09-22T23:43:59.708" v="16"/>
          <ac:grpSpMkLst>
            <pc:docMk/>
            <pc:sldMk cId="1015669838" sldId="256"/>
            <ac:grpSpMk id="21" creationId="{532D37AB-F866-4039-D5BD-3768553A7E53}"/>
          </ac:grpSpMkLst>
        </pc:grpChg>
        <pc:grpChg chg="mod">
          <ac:chgData name="Shah, Manisha" userId="S::ms79993n@pace.edu::b77c9b21-6255-4db3-9c0d-5fee00929642" providerId="AD" clId="Web-{F77DDCF5-87A2-E3DE-1A2D-670284A1F877}" dt="2025-09-23T00:31:12.037" v="411" actId="1076"/>
          <ac:grpSpMkLst>
            <pc:docMk/>
            <pc:sldMk cId="1015669838" sldId="256"/>
            <ac:grpSpMk id="29" creationId="{F2B15E92-92A7-3985-E9FC-CF6FEF36D4CA}"/>
          </ac:grpSpMkLst>
        </pc:grpChg>
        <pc:cxnChg chg="add del">
          <ac:chgData name="Shah, Manisha" userId="S::ms79993n@pace.edu::b77c9b21-6255-4db3-9c0d-5fee00929642" providerId="AD" clId="Web-{F77DDCF5-87A2-E3DE-1A2D-670284A1F877}" dt="2025-09-22T23:44:13.396" v="31"/>
          <ac:cxnSpMkLst>
            <pc:docMk/>
            <pc:sldMk cId="1015669838" sldId="256"/>
            <ac:cxnSpMk id="8" creationId="{3B63AF3A-8F38-1A7C-CBF3-B748311B2031}"/>
          </ac:cxnSpMkLst>
        </pc:cxnChg>
        <pc:cxnChg chg="add del">
          <ac:chgData name="Shah, Manisha" userId="S::ms79993n@pace.edu::b77c9b21-6255-4db3-9c0d-5fee00929642" providerId="AD" clId="Web-{F77DDCF5-87A2-E3DE-1A2D-670284A1F877}" dt="2025-09-22T23:44:13.396" v="29"/>
          <ac:cxnSpMkLst>
            <pc:docMk/>
            <pc:sldMk cId="1015669838" sldId="256"/>
            <ac:cxnSpMk id="10" creationId="{92D271A3-4914-BA2F-D9C8-0551ED2357A7}"/>
          </ac:cxnSpMkLst>
        </pc:cxnChg>
        <pc:cxnChg chg="mod">
          <ac:chgData name="Shah, Manisha" userId="S::ms79993n@pace.edu::b77c9b21-6255-4db3-9c0d-5fee00929642" providerId="AD" clId="Web-{F77DDCF5-87A2-E3DE-1A2D-670284A1F877}" dt="2025-09-23T00:31:24.273" v="413" actId="14100"/>
          <ac:cxnSpMkLst>
            <pc:docMk/>
            <pc:sldMk cId="1015669838" sldId="256"/>
            <ac:cxnSpMk id="11" creationId="{4C3247AA-723C-A71A-F67A-8B57E2E352D3}"/>
          </ac:cxnSpMkLst>
        </pc:cxnChg>
        <pc:cxnChg chg="del mod">
          <ac:chgData name="Shah, Manisha" userId="S::ms79993n@pace.edu::b77c9b21-6255-4db3-9c0d-5fee00929642" providerId="AD" clId="Web-{F77DDCF5-87A2-E3DE-1A2D-670284A1F877}" dt="2025-09-23T00:23:17.959" v="291"/>
          <ac:cxnSpMkLst>
            <pc:docMk/>
            <pc:sldMk cId="1015669838" sldId="256"/>
            <ac:cxnSpMk id="13" creationId="{2C7DBFC8-1E5E-7BBA-434D-D848684946AB}"/>
          </ac:cxnSpMkLst>
        </pc:cxnChg>
        <pc:cxnChg chg="del mod">
          <ac:chgData name="Shah, Manisha" userId="S::ms79993n@pace.edu::b77c9b21-6255-4db3-9c0d-5fee00929642" providerId="AD" clId="Web-{F77DDCF5-87A2-E3DE-1A2D-670284A1F877}" dt="2025-09-23T00:24:52.229" v="313"/>
          <ac:cxnSpMkLst>
            <pc:docMk/>
            <pc:sldMk cId="1015669838" sldId="256"/>
            <ac:cxnSpMk id="16" creationId="{FBAE8F67-AB85-EA7B-8146-CB332F7A81CA}"/>
          </ac:cxnSpMkLst>
        </pc:cxnChg>
        <pc:cxnChg chg="mod">
          <ac:chgData name="Shah, Manisha" userId="S::ms79993n@pace.edu::b77c9b21-6255-4db3-9c0d-5fee00929642" providerId="AD" clId="Web-{F77DDCF5-87A2-E3DE-1A2D-670284A1F877}" dt="2025-09-22T23:43:59.708" v="16"/>
          <ac:cxnSpMkLst>
            <pc:docMk/>
            <pc:sldMk cId="1015669838" sldId="256"/>
            <ac:cxnSpMk id="23" creationId="{6531F9D1-F714-E775-659A-31CFF8534070}"/>
          </ac:cxnSpMkLst>
        </pc:cxnChg>
        <pc:cxnChg chg="mod">
          <ac:chgData name="Shah, Manisha" userId="S::ms79993n@pace.edu::b77c9b21-6255-4db3-9c0d-5fee00929642" providerId="AD" clId="Web-{F77DDCF5-87A2-E3DE-1A2D-670284A1F877}" dt="2025-09-22T23:43:59.708" v="16"/>
          <ac:cxnSpMkLst>
            <pc:docMk/>
            <pc:sldMk cId="1015669838" sldId="256"/>
            <ac:cxnSpMk id="26" creationId="{07E97CFC-5BBC-05AC-B82B-545A78AD66A9}"/>
          </ac:cxnSpMkLst>
        </pc:cxnChg>
        <pc:cxnChg chg="del mod">
          <ac:chgData name="Shah, Manisha" userId="S::ms79993n@pace.edu::b77c9b21-6255-4db3-9c0d-5fee00929642" providerId="AD" clId="Web-{F77DDCF5-87A2-E3DE-1A2D-670284A1F877}" dt="2025-09-23T00:24:46.729" v="312"/>
          <ac:cxnSpMkLst>
            <pc:docMk/>
            <pc:sldMk cId="1015669838" sldId="256"/>
            <ac:cxnSpMk id="38" creationId="{A65B9E88-A839-0242-2C73-6655122B34B1}"/>
          </ac:cxnSpMkLst>
        </pc:cxnChg>
        <pc:cxnChg chg="del mod">
          <ac:chgData name="Shah, Manisha" userId="S::ms79993n@pace.edu::b77c9b21-6255-4db3-9c0d-5fee00929642" providerId="AD" clId="Web-{F77DDCF5-87A2-E3DE-1A2D-670284A1F877}" dt="2025-09-23T00:24:55.807" v="315"/>
          <ac:cxnSpMkLst>
            <pc:docMk/>
            <pc:sldMk cId="1015669838" sldId="256"/>
            <ac:cxnSpMk id="43" creationId="{16D29E0B-FABF-F18C-BB95-20B0CF83A326}"/>
          </ac:cxnSpMkLst>
        </pc:cxnChg>
        <pc:cxnChg chg="del mod">
          <ac:chgData name="Shah, Manisha" userId="S::ms79993n@pace.edu::b77c9b21-6255-4db3-9c0d-5fee00929642" providerId="AD" clId="Web-{F77DDCF5-87A2-E3DE-1A2D-670284A1F877}" dt="2025-09-23T00:24:54.885" v="314"/>
          <ac:cxnSpMkLst>
            <pc:docMk/>
            <pc:sldMk cId="1015669838" sldId="256"/>
            <ac:cxnSpMk id="44" creationId="{5AB6DF6C-A272-6F60-C99D-7B9BFCE249A9}"/>
          </ac:cxnSpMkLst>
        </pc:cxnChg>
        <pc:cxnChg chg="add del mod">
          <ac:chgData name="Shah, Manisha" userId="S::ms79993n@pace.edu::b77c9b21-6255-4db3-9c0d-5fee00929642" providerId="AD" clId="Web-{F77DDCF5-87A2-E3DE-1A2D-670284A1F877}" dt="2025-09-23T00:23:15.287" v="290"/>
          <ac:cxnSpMkLst>
            <pc:docMk/>
            <pc:sldMk cId="1015669838" sldId="256"/>
            <ac:cxnSpMk id="51" creationId="{04119DAE-FEEE-53B1-A431-9BF0517EC528}"/>
          </ac:cxnSpMkLst>
        </pc:cxnChg>
        <pc:cxnChg chg="add mod">
          <ac:chgData name="Shah, Manisha" userId="S::ms79993n@pace.edu::b77c9b21-6255-4db3-9c0d-5fee00929642" providerId="AD" clId="Web-{F77DDCF5-87A2-E3DE-1A2D-670284A1F877}" dt="2025-09-23T00:32:17.573" v="427" actId="14100"/>
          <ac:cxnSpMkLst>
            <pc:docMk/>
            <pc:sldMk cId="1015669838" sldId="256"/>
            <ac:cxnSpMk id="52" creationId="{60E5B21D-D2C6-2D11-34D3-14BCCEC6D8EE}"/>
          </ac:cxnSpMkLst>
        </pc:cxnChg>
        <pc:cxnChg chg="add mod">
          <ac:chgData name="Shah, Manisha" userId="S::ms79993n@pace.edu::b77c9b21-6255-4db3-9c0d-5fee00929642" providerId="AD" clId="Web-{F77DDCF5-87A2-E3DE-1A2D-670284A1F877}" dt="2025-09-23T00:28:00.138" v="360" actId="1076"/>
          <ac:cxnSpMkLst>
            <pc:docMk/>
            <pc:sldMk cId="1015669838" sldId="256"/>
            <ac:cxnSpMk id="53" creationId="{7CFA54CC-2DBB-6A9D-B7C3-517965D6C565}"/>
          </ac:cxnSpMkLst>
        </pc:cxnChg>
        <pc:cxnChg chg="add mod">
          <ac:chgData name="Shah, Manisha" userId="S::ms79993n@pace.edu::b77c9b21-6255-4db3-9c0d-5fee00929642" providerId="AD" clId="Web-{F77DDCF5-87A2-E3DE-1A2D-670284A1F877}" dt="2025-09-23T00:32:27.121" v="430" actId="14100"/>
          <ac:cxnSpMkLst>
            <pc:docMk/>
            <pc:sldMk cId="1015669838" sldId="256"/>
            <ac:cxnSpMk id="54" creationId="{E4E22C11-1F16-A9D7-E478-C000C50A57ED}"/>
          </ac:cxnSpMkLst>
        </pc:cxnChg>
        <pc:cxnChg chg="add mod">
          <ac:chgData name="Shah, Manisha" userId="S::ms79993n@pace.edu::b77c9b21-6255-4db3-9c0d-5fee00929642" providerId="AD" clId="Web-{F77DDCF5-87A2-E3DE-1A2D-670284A1F877}" dt="2025-09-23T00:28:03.169" v="361" actId="1076"/>
          <ac:cxnSpMkLst>
            <pc:docMk/>
            <pc:sldMk cId="1015669838" sldId="256"/>
            <ac:cxnSpMk id="55" creationId="{2435EE3A-80A6-0D92-0D4F-A473090CC58C}"/>
          </ac:cxnSpMkLst>
        </pc:cxnChg>
        <pc:cxnChg chg="add mod">
          <ac:chgData name="Shah, Manisha" userId="S::ms79993n@pace.edu::b77c9b21-6255-4db3-9c0d-5fee00929642" providerId="AD" clId="Web-{F77DDCF5-87A2-E3DE-1A2D-670284A1F877}" dt="2025-09-23T00:35:24.739" v="474" actId="14100"/>
          <ac:cxnSpMkLst>
            <pc:docMk/>
            <pc:sldMk cId="1015669838" sldId="256"/>
            <ac:cxnSpMk id="56" creationId="{3C4C829F-E554-C41C-0F16-D4E0D41691CE}"/>
          </ac:cxnSpMkLst>
        </pc:cxnChg>
        <pc:cxnChg chg="add mod">
          <ac:chgData name="Shah, Manisha" userId="S::ms79993n@pace.edu::b77c9b21-6255-4db3-9c0d-5fee00929642" providerId="AD" clId="Web-{F77DDCF5-87A2-E3DE-1A2D-670284A1F877}" dt="2025-09-23T00:35:31.661" v="476" actId="14100"/>
          <ac:cxnSpMkLst>
            <pc:docMk/>
            <pc:sldMk cId="1015669838" sldId="256"/>
            <ac:cxnSpMk id="57" creationId="{C48A1676-37E5-A5D7-9FD9-D57B5C04E962}"/>
          </ac:cxnSpMkLst>
        </pc:cxnChg>
        <pc:cxnChg chg="add mod">
          <ac:chgData name="Shah, Manisha" userId="S::ms79993n@pace.edu::b77c9b21-6255-4db3-9c0d-5fee00929642" providerId="AD" clId="Web-{F77DDCF5-87A2-E3DE-1A2D-670284A1F877}" dt="2025-09-23T00:36:44.835" v="502" actId="14100"/>
          <ac:cxnSpMkLst>
            <pc:docMk/>
            <pc:sldMk cId="1015669838" sldId="256"/>
            <ac:cxnSpMk id="58" creationId="{23AA92BB-D93D-BBD2-2920-37C175812093}"/>
          </ac:cxnSpMkLst>
        </pc:cxnChg>
        <pc:cxnChg chg="add mod">
          <ac:chgData name="Shah, Manisha" userId="S::ms79993n@pace.edu::b77c9b21-6255-4db3-9c0d-5fee00929642" providerId="AD" clId="Web-{F77DDCF5-87A2-E3DE-1A2D-670284A1F877}" dt="2025-09-23T00:36:39.382" v="501" actId="14100"/>
          <ac:cxnSpMkLst>
            <pc:docMk/>
            <pc:sldMk cId="1015669838" sldId="256"/>
            <ac:cxnSpMk id="60" creationId="{8774A23D-D804-F000-665D-46139298C803}"/>
          </ac:cxnSpMkLst>
        </pc:cxnChg>
        <pc:cxnChg chg="add mod">
          <ac:chgData name="Shah, Manisha" userId="S::ms79993n@pace.edu::b77c9b21-6255-4db3-9c0d-5fee00929642" providerId="AD" clId="Web-{F77DDCF5-87A2-E3DE-1A2D-670284A1F877}" dt="2025-09-23T00:33:10.795" v="439" actId="14100"/>
          <ac:cxnSpMkLst>
            <pc:docMk/>
            <pc:sldMk cId="1015669838" sldId="256"/>
            <ac:cxnSpMk id="61" creationId="{DB2BE3F1-15B7-9B61-94B7-F3CFD26C9201}"/>
          </ac:cxnSpMkLst>
        </pc:cxnChg>
        <pc:cxnChg chg="add mod">
          <ac:chgData name="Shah, Manisha" userId="S::ms79993n@pace.edu::b77c9b21-6255-4db3-9c0d-5fee00929642" providerId="AD" clId="Web-{F77DDCF5-87A2-E3DE-1A2D-670284A1F877}" dt="2025-09-23T00:33:30.406" v="444" actId="14100"/>
          <ac:cxnSpMkLst>
            <pc:docMk/>
            <pc:sldMk cId="1015669838" sldId="256"/>
            <ac:cxnSpMk id="62" creationId="{7BBC3AA1-8600-D4C5-F9EC-0C9F442E6D50}"/>
          </ac:cxnSpMkLst>
        </pc:cxnChg>
        <pc:cxnChg chg="mod">
          <ac:chgData name="Shah, Manisha" userId="S::ms79993n@pace.edu::b77c9b21-6255-4db3-9c0d-5fee00929642" providerId="AD" clId="Web-{F77DDCF5-87A2-E3DE-1A2D-670284A1F877}" dt="2025-09-23T00:31:19.694" v="412" actId="14100"/>
          <ac:cxnSpMkLst>
            <pc:docMk/>
            <pc:sldMk cId="1015669838" sldId="256"/>
            <ac:cxnSpMk id="1027" creationId="{6A3EEED1-03B1-B63D-2103-B0D4A5B42025}"/>
          </ac:cxnSpMkLst>
        </pc:cxnChg>
      </pc:sldChg>
    </pc:docChg>
  </pc:docChgLst>
  <pc:docChgLst>
    <pc:chgData name="Baral, Prashant" userId="S::pb23395n@pace.edu::0645805e-7adb-47aa-9eba-475386750215" providerId="AD" clId="Web-{1250D1A6-9A2F-E264-2618-87BA8F7A476D}"/>
    <pc:docChg chg="modSld">
      <pc:chgData name="Baral, Prashant" userId="S::pb23395n@pace.edu::0645805e-7adb-47aa-9eba-475386750215" providerId="AD" clId="Web-{1250D1A6-9A2F-E264-2618-87BA8F7A476D}" dt="2025-09-22T18:23:30.251" v="1" actId="1076"/>
      <pc:docMkLst>
        <pc:docMk/>
      </pc:docMkLst>
      <pc:sldChg chg="modSp">
        <pc:chgData name="Baral, Prashant" userId="S::pb23395n@pace.edu::0645805e-7adb-47aa-9eba-475386750215" providerId="AD" clId="Web-{1250D1A6-9A2F-E264-2618-87BA8F7A476D}" dt="2025-09-22T18:23:30.251" v="1" actId="1076"/>
        <pc:sldMkLst>
          <pc:docMk/>
          <pc:sldMk cId="1015669838" sldId="256"/>
        </pc:sldMkLst>
        <pc:spChg chg="mod">
          <ac:chgData name="Baral, Prashant" userId="S::pb23395n@pace.edu::0645805e-7adb-47aa-9eba-475386750215" providerId="AD" clId="Web-{1250D1A6-9A2F-E264-2618-87BA8F7A476D}" dt="2025-09-22T18:23:30.251" v="1" actId="1076"/>
          <ac:spMkLst>
            <pc:docMk/>
            <pc:sldMk cId="1015669838" sldId="256"/>
            <ac:spMk id="18" creationId="{44587938-E30A-C206-3FC3-64CD986750E2}"/>
          </ac:spMkLst>
        </pc:spChg>
      </pc:sldChg>
    </pc:docChg>
  </pc:docChgLst>
  <pc:docChgLst>
    <pc:chgData name="Baral, Prashant" userId="S::pb23395n@pace.edu::0645805e-7adb-47aa-9eba-475386750215" providerId="AD" clId="Web-{482AEC16-7820-E439-8005-0E8526F3F37D}"/>
    <pc:docChg chg="modSld">
      <pc:chgData name="Baral, Prashant" userId="S::pb23395n@pace.edu::0645805e-7adb-47aa-9eba-475386750215" providerId="AD" clId="Web-{482AEC16-7820-E439-8005-0E8526F3F37D}" dt="2025-09-22T23:29:57.553" v="142" actId="20577"/>
      <pc:docMkLst>
        <pc:docMk/>
      </pc:docMkLst>
      <pc:sldChg chg="modSp">
        <pc:chgData name="Baral, Prashant" userId="S::pb23395n@pace.edu::0645805e-7adb-47aa-9eba-475386750215" providerId="AD" clId="Web-{482AEC16-7820-E439-8005-0E8526F3F37D}" dt="2025-09-22T23:29:57.553" v="142" actId="20577"/>
        <pc:sldMkLst>
          <pc:docMk/>
          <pc:sldMk cId="1015669838" sldId="256"/>
        </pc:sldMkLst>
        <pc:spChg chg="mod">
          <ac:chgData name="Baral, Prashant" userId="S::pb23395n@pace.edu::0645805e-7adb-47aa-9eba-475386750215" providerId="AD" clId="Web-{482AEC16-7820-E439-8005-0E8526F3F37D}" dt="2025-09-22T23:28:08.175" v="130" actId="20577"/>
          <ac:spMkLst>
            <pc:docMk/>
            <pc:sldMk cId="1015669838" sldId="256"/>
            <ac:spMk id="4" creationId="{F5976E75-7ACE-7611-A8A4-E903A8786AE2}"/>
          </ac:spMkLst>
        </pc:spChg>
        <pc:spChg chg="mod">
          <ac:chgData name="Baral, Prashant" userId="S::pb23395n@pace.edu::0645805e-7adb-47aa-9eba-475386750215" providerId="AD" clId="Web-{482AEC16-7820-E439-8005-0E8526F3F37D}" dt="2025-09-22T23:29:17.161" v="135" actId="20577"/>
          <ac:spMkLst>
            <pc:docMk/>
            <pc:sldMk cId="1015669838" sldId="256"/>
            <ac:spMk id="5" creationId="{1316A92E-A9D5-EE9D-4970-ECE11065B012}"/>
          </ac:spMkLst>
        </pc:spChg>
        <pc:spChg chg="mod">
          <ac:chgData name="Baral, Prashant" userId="S::pb23395n@pace.edu::0645805e-7adb-47aa-9eba-475386750215" providerId="AD" clId="Web-{482AEC16-7820-E439-8005-0E8526F3F37D}" dt="2025-09-22T22:25:29.498" v="0" actId="1076"/>
          <ac:spMkLst>
            <pc:docMk/>
            <pc:sldMk cId="1015669838" sldId="256"/>
            <ac:spMk id="7" creationId="{993E9595-E1F0-D656-3573-DF6285EB7096}"/>
          </ac:spMkLst>
        </pc:spChg>
        <pc:spChg chg="mod">
          <ac:chgData name="Baral, Prashant" userId="S::pb23395n@pace.edu::0645805e-7adb-47aa-9eba-475386750215" providerId="AD" clId="Web-{482AEC16-7820-E439-8005-0E8526F3F37D}" dt="2025-09-22T23:29:57.553" v="142" actId="20577"/>
          <ac:spMkLst>
            <pc:docMk/>
            <pc:sldMk cId="1015669838" sldId="256"/>
            <ac:spMk id="15" creationId="{408E6ED4-A1E4-55B2-CB0C-0F88C6430625}"/>
          </ac:spMkLst>
        </pc:spChg>
        <pc:spChg chg="mod">
          <ac:chgData name="Baral, Prashant" userId="S::pb23395n@pace.edu::0645805e-7adb-47aa-9eba-475386750215" providerId="AD" clId="Web-{482AEC16-7820-E439-8005-0E8526F3F37D}" dt="2025-09-22T23:29:43.211" v="140" actId="20577"/>
          <ac:spMkLst>
            <pc:docMk/>
            <pc:sldMk cId="1015669838" sldId="256"/>
            <ac:spMk id="37" creationId="{8D8116BB-FE02-014C-76FF-93852E1DE5E0}"/>
          </ac:spMkLst>
        </pc:spChg>
        <pc:spChg chg="mod">
          <ac:chgData name="Baral, Prashant" userId="S::pb23395n@pace.edu::0645805e-7adb-47aa-9eba-475386750215" providerId="AD" clId="Web-{482AEC16-7820-E439-8005-0E8526F3F37D}" dt="2025-09-22T23:29:19.396" v="136" actId="20577"/>
          <ac:spMkLst>
            <pc:docMk/>
            <pc:sldMk cId="1015669838" sldId="256"/>
            <ac:spMk id="41" creationId="{1FBE4E54-8586-5FF0-204E-BCFF0F494331}"/>
          </ac:spMkLst>
        </pc:spChg>
        <pc:spChg chg="mod">
          <ac:chgData name="Baral, Prashant" userId="S::pb23395n@pace.edu::0645805e-7adb-47aa-9eba-475386750215" providerId="AD" clId="Web-{482AEC16-7820-E439-8005-0E8526F3F37D}" dt="2025-09-22T23:29:35.224" v="138" actId="20577"/>
          <ac:spMkLst>
            <pc:docMk/>
            <pc:sldMk cId="1015669838" sldId="256"/>
            <ac:spMk id="42" creationId="{74B2C3E4-F750-6616-7632-8F7060866BE5}"/>
          </ac:spMkLst>
        </pc:spChg>
        <pc:grpChg chg="mod">
          <ac:chgData name="Baral, Prashant" userId="S::pb23395n@pace.edu::0645805e-7adb-47aa-9eba-475386750215" providerId="AD" clId="Web-{482AEC16-7820-E439-8005-0E8526F3F37D}" dt="2025-09-22T22:25:29.545" v="2" actId="1076"/>
          <ac:grpSpMkLst>
            <pc:docMk/>
            <pc:sldMk cId="1015669838" sldId="256"/>
            <ac:grpSpMk id="29" creationId="{F2B15E92-92A7-3985-E9FC-CF6FEF36D4CA}"/>
          </ac:grpSpMkLst>
        </pc:grpChg>
        <pc:cxnChg chg="mod">
          <ac:chgData name="Baral, Prashant" userId="S::pb23395n@pace.edu::0645805e-7adb-47aa-9eba-475386750215" providerId="AD" clId="Web-{482AEC16-7820-E439-8005-0E8526F3F37D}" dt="2025-09-22T23:28:10.394" v="131" actId="14100"/>
          <ac:cxnSpMkLst>
            <pc:docMk/>
            <pc:sldMk cId="1015669838" sldId="256"/>
            <ac:cxnSpMk id="11" creationId="{4C3247AA-723C-A71A-F67A-8B57E2E352D3}"/>
          </ac:cxnSpMkLst>
        </pc:cxnChg>
        <pc:cxnChg chg="mod">
          <ac:chgData name="Baral, Prashant" userId="S::pb23395n@pace.edu::0645805e-7adb-47aa-9eba-475386750215" providerId="AD" clId="Web-{482AEC16-7820-E439-8005-0E8526F3F37D}" dt="2025-09-22T23:28:15.925" v="133" actId="14100"/>
          <ac:cxnSpMkLst>
            <pc:docMk/>
            <pc:sldMk cId="1015669838" sldId="256"/>
            <ac:cxnSpMk id="1027" creationId="{6A3EEED1-03B1-B63D-2103-B0D4A5B42025}"/>
          </ac:cxnSpMkLst>
        </pc:cxnChg>
      </pc:sldChg>
      <pc:sldChg chg="modSp">
        <pc:chgData name="Baral, Prashant" userId="S::pb23395n@pace.edu::0645805e-7adb-47aa-9eba-475386750215" providerId="AD" clId="Web-{482AEC16-7820-E439-8005-0E8526F3F37D}" dt="2025-09-22T23:27:22.299" v="128"/>
        <pc:sldMkLst>
          <pc:docMk/>
          <pc:sldMk cId="2201403639" sldId="257"/>
        </pc:sldMkLst>
        <pc:graphicFrameChg chg="mod modGraphic">
          <ac:chgData name="Baral, Prashant" userId="S::pb23395n@pace.edu::0645805e-7adb-47aa-9eba-475386750215" providerId="AD" clId="Web-{482AEC16-7820-E439-8005-0E8526F3F37D}" dt="2025-09-22T23:27:22.299" v="128"/>
          <ac:graphicFrameMkLst>
            <pc:docMk/>
            <pc:sldMk cId="2201403639" sldId="257"/>
            <ac:graphicFrameMk id="6" creationId="{31968714-0725-B7AE-782D-3B6959EE80E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A416D-16C3-330F-5EE5-2178D3C3A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0ABAA-026E-A93F-7EA5-B26612EBD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0CB96-C658-C478-D578-1CDF5791A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A1B2-115B-CF4C-AAC9-09E41E514D2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CC64E-057B-0C2F-2D43-B0BDC6897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A6FFF-3384-8BD0-4849-61204293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FB46-CD03-9C40-8358-64234E97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8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D837D-045B-6A9E-30AA-A5FEF033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0DBCB-684F-9154-D1C3-0CDA26DFA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561D1-2189-D6B7-4532-42F1781C3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A1B2-115B-CF4C-AAC9-09E41E514D2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79473-115D-B6D9-9B62-328880B8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F344D-6A2A-9425-9270-5A8CF576E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FB46-CD03-9C40-8358-64234E97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6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BD1CB-AA14-8828-0E59-D36248D45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68A98-5EFE-F10A-C8B1-E4B6DBC3A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BBEB1-89B7-AABF-513F-8889250D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A1B2-115B-CF4C-AAC9-09E41E514D2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55C09-88EA-0CA3-7892-DD509DD49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C520D-8D7F-6F09-D4C8-D825DD9A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FB46-CD03-9C40-8358-64234E97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9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1ED7F-EC02-01D5-2FBE-5BB71673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9D951-EC7E-A5BE-ABD4-3322526DC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8A6149-8FB6-339D-C1A8-11EB9B494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8C0EE-61CA-79F8-B934-1B495EA02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A1B2-115B-CF4C-AAC9-09E41E514D2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F55A2-92A2-AC93-C4C4-981C7A34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9998E-52BB-10E8-93F4-A4F9B17A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FB46-CD03-9C40-8358-64234E97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5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689F6-52B2-910F-1C63-B250D1DD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1BDAB-8238-28DA-99E1-CEF3C935D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A5080-3C45-5E7E-11F3-1C9164320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093285-AEA1-3D54-86A7-DE19B4E49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85AA8C-DBB2-2DA0-4CD4-A7DB02556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CEF75-035C-1B05-CFDC-A87BC7CE8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A1B2-115B-CF4C-AAC9-09E41E514D2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8D024-8500-B975-0415-2F06AC109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3061C-299F-9B60-D5EB-09A129A0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FB46-CD03-9C40-8358-64234E97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8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9542-A67E-DC7F-3708-0B862F20E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93F08-E970-E687-CB14-FB4EC49D7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A1B2-115B-CF4C-AAC9-09E41E514D2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F319FA-FB2D-D7E0-F5DE-F9120F874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90A632-35D0-4CF1-E193-97FBBEF7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FB46-CD03-9C40-8358-64234E97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4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0FB69-0602-F62A-C8C7-195EBDE4B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A1B2-115B-CF4C-AAC9-09E41E514D2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C3566-160A-2B26-233C-0A11AB95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22928-4A62-D330-D7FD-4AC369A1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FB46-CD03-9C40-8358-64234E97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0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5DC6-233A-C7EE-3161-8D44DF716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FD0C7-036E-C3A9-BBFD-615D0B728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C7F86-0802-F962-905D-2C6679676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40008-D642-5FEE-7E19-81C0FCC89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A1B2-115B-CF4C-AAC9-09E41E514D2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032BB-F169-6C9F-5B8C-04D4A2031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9E678-4D54-47DE-56D5-8824BFC9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FB46-CD03-9C40-8358-64234E97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26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70484-AB3A-A134-67C9-07F4F4A8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59991-1D47-1BC1-4F27-BD69B150EA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0CC83-631E-876E-AEE1-987CCE21D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CEE25-E740-4FE8-3AEE-155AFF94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A1B2-115B-CF4C-AAC9-09E41E514D2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55CAF-B3B8-72F5-67F2-676453EB1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6CF3C-71CF-AD0F-59D7-754C5618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FB46-CD03-9C40-8358-64234E97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9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8A8C-6E2A-E9BA-4F3D-75395C9E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2CE7F-AB46-D644-3892-729C05186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E50A6-00EA-90AC-5EFD-86E6F618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A1B2-115B-CF4C-AAC9-09E41E514D2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1452A-8668-9093-A2FA-3691E9290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5B504-1863-24CA-FC21-04EEECE4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FB46-CD03-9C40-8358-64234E97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5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D5CF74-2A78-2D53-B0FD-B6C4E8C266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D707B-AABE-BA60-8A11-5F08EE29C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D8A16-F011-F323-B123-CF6B9BB3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0A1B2-115B-CF4C-AAC9-09E41E514D2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90A59-D0D1-4F46-8D40-13E54065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12479-C4EA-5E65-9B6B-0071EA29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FB46-CD03-9C40-8358-64234E97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15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D2C8BA-742E-9A5B-1798-F8B4FFF6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8E342-81CC-73CC-EC84-0FB6D354E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6A273-EB99-3A52-F128-249ABBA460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0A1B2-115B-CF4C-AAC9-09E41E514D2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53B39-33FF-6B57-219E-49B25F248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D3F01-2B0A-647C-42A4-251F88305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AFB46-CD03-9C40-8358-64234E97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1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5976E75-7ACE-7611-A8A4-E903A8786AE2}"/>
              </a:ext>
            </a:extLst>
          </p:cNvPr>
          <p:cNvSpPr/>
          <p:nvPr/>
        </p:nvSpPr>
        <p:spPr>
          <a:xfrm>
            <a:off x="4911220" y="3456228"/>
            <a:ext cx="2004646" cy="8675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Team-1 Accounting Module</a:t>
            </a:r>
            <a:endParaRPr lang="en-US"/>
          </a:p>
        </p:txBody>
      </p:sp>
      <p:sp>
        <p:nvSpPr>
          <p:cNvPr id="5" name="Round Diagonal Corner Rectangle 2">
            <a:extLst>
              <a:ext uri="{FF2B5EF4-FFF2-40B4-BE49-F238E27FC236}">
                <a16:creationId xmlns:a16="http://schemas.microsoft.com/office/drawing/2014/main" id="{1316A92E-A9D5-EE9D-4970-ECE11065B012}"/>
              </a:ext>
            </a:extLst>
          </p:cNvPr>
          <p:cNvSpPr/>
          <p:nvPr/>
        </p:nvSpPr>
        <p:spPr>
          <a:xfrm>
            <a:off x="781714" y="1452531"/>
            <a:ext cx="1899139" cy="785447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Bank API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E9595-E1F0-D656-3573-DF6285EB7096}"/>
              </a:ext>
            </a:extLst>
          </p:cNvPr>
          <p:cNvSpPr txBox="1"/>
          <p:nvPr/>
        </p:nvSpPr>
        <p:spPr>
          <a:xfrm>
            <a:off x="-117760" y="4879744"/>
            <a:ext cx="189123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AP Clerk/Manager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3247AA-723C-A71A-F67A-8B57E2E352D3}"/>
              </a:ext>
            </a:extLst>
          </p:cNvPr>
          <p:cNvCxnSpPr>
            <a:cxnSpLocks/>
          </p:cNvCxnSpPr>
          <p:nvPr/>
        </p:nvCxnSpPr>
        <p:spPr>
          <a:xfrm flipV="1">
            <a:off x="1170471" y="3751212"/>
            <a:ext cx="3736033" cy="103686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8700B81-E2F8-FEF0-F211-E2D25A8922EE}"/>
              </a:ext>
            </a:extLst>
          </p:cNvPr>
          <p:cNvSpPr txBox="1"/>
          <p:nvPr/>
        </p:nvSpPr>
        <p:spPr>
          <a:xfrm rot="2040000">
            <a:off x="3360722" y="2176955"/>
            <a:ext cx="189785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Bank statement fetch request</a:t>
            </a:r>
            <a:endParaRPr lang="en-US" sz="1400"/>
          </a:p>
          <a:p>
            <a:endParaRPr lang="en-US" sz="1400"/>
          </a:p>
        </p:txBody>
      </p:sp>
      <p:sp>
        <p:nvSpPr>
          <p:cNvPr id="15" name="Round Diagonal Corner Rectangle 23">
            <a:extLst>
              <a:ext uri="{FF2B5EF4-FFF2-40B4-BE49-F238E27FC236}">
                <a16:creationId xmlns:a16="http://schemas.microsoft.com/office/drawing/2014/main" id="{408E6ED4-A1E4-55B2-CB0C-0F88C6430625}"/>
              </a:ext>
            </a:extLst>
          </p:cNvPr>
          <p:cNvSpPr/>
          <p:nvPr/>
        </p:nvSpPr>
        <p:spPr>
          <a:xfrm>
            <a:off x="5034975" y="6032214"/>
            <a:ext cx="1899139" cy="785447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Inventory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B6456-5E10-36FB-B15E-EFC79586FDD7}"/>
              </a:ext>
            </a:extLst>
          </p:cNvPr>
          <p:cNvSpPr txBox="1"/>
          <p:nvPr/>
        </p:nvSpPr>
        <p:spPr>
          <a:xfrm rot="5400000">
            <a:off x="4332858" y="4879136"/>
            <a:ext cx="175498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400">
                <a:solidFill>
                  <a:srgbClr val="0D0D0D"/>
                </a:solidFill>
                <a:ea typeface="+mn-lt"/>
                <a:cs typeface="+mn-lt"/>
              </a:rPr>
              <a:t>Goods receipt (GRN)</a:t>
            </a:r>
            <a:endParaRPr lang="en-IN" sz="1400">
              <a:solidFill>
                <a:srgbClr val="0D0D0D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4587938-E30A-C206-3FC3-64CD986750E2}"/>
              </a:ext>
            </a:extLst>
          </p:cNvPr>
          <p:cNvSpPr/>
          <p:nvPr/>
        </p:nvSpPr>
        <p:spPr>
          <a:xfrm>
            <a:off x="2337345" y="2289142"/>
            <a:ext cx="586386" cy="51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1b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3CF572-DF2A-7F76-327D-0F8003730379}"/>
              </a:ext>
            </a:extLst>
          </p:cNvPr>
          <p:cNvSpPr txBox="1"/>
          <p:nvPr/>
        </p:nvSpPr>
        <p:spPr>
          <a:xfrm>
            <a:off x="4171239" y="109644"/>
            <a:ext cx="393770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/>
              <a:t>Context Diagram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2B15E92-92A7-3985-E9FC-CF6FEF36D4CA}"/>
              </a:ext>
            </a:extLst>
          </p:cNvPr>
          <p:cNvGrpSpPr/>
          <p:nvPr/>
        </p:nvGrpSpPr>
        <p:grpSpPr>
          <a:xfrm>
            <a:off x="614628" y="4312104"/>
            <a:ext cx="414549" cy="537369"/>
            <a:chOff x="935472" y="1852219"/>
            <a:chExt cx="414549" cy="537369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A5A0F8E-B8C5-923D-3FE2-F390F6E17CB5}"/>
                </a:ext>
              </a:extLst>
            </p:cNvPr>
            <p:cNvSpPr/>
            <p:nvPr/>
          </p:nvSpPr>
          <p:spPr>
            <a:xfrm>
              <a:off x="952051" y="1852219"/>
              <a:ext cx="347699" cy="18831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7B4BB84-040F-A3CC-B82E-301F8E8BAB7D}"/>
                </a:ext>
              </a:extLst>
            </p:cNvPr>
            <p:cNvCxnSpPr>
              <a:stCxn id="30" idx="4"/>
            </p:cNvCxnSpPr>
            <p:nvPr/>
          </p:nvCxnSpPr>
          <p:spPr>
            <a:xfrm flipH="1">
              <a:off x="1124491" y="2040538"/>
              <a:ext cx="1410" cy="26082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315C06B-A848-F5C4-F3FA-872716260920}"/>
                </a:ext>
              </a:extLst>
            </p:cNvPr>
            <p:cNvCxnSpPr/>
            <p:nvPr/>
          </p:nvCxnSpPr>
          <p:spPr>
            <a:xfrm flipH="1">
              <a:off x="952051" y="2089260"/>
              <a:ext cx="173850" cy="90393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9B0A01C-0143-5908-4A11-5C9E1A9B0B85}"/>
                </a:ext>
              </a:extLst>
            </p:cNvPr>
            <p:cNvCxnSpPr/>
            <p:nvPr/>
          </p:nvCxnSpPr>
          <p:spPr>
            <a:xfrm flipH="1">
              <a:off x="935472" y="2299195"/>
              <a:ext cx="173850" cy="90393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1A6F812-86A2-7B56-5332-5D00D52B17D2}"/>
                </a:ext>
              </a:extLst>
            </p:cNvPr>
            <p:cNvCxnSpPr>
              <a:stCxn id="30" idx="4"/>
              <a:endCxn id="30" idx="4"/>
            </p:cNvCxnSpPr>
            <p:nvPr/>
          </p:nvCxnSpPr>
          <p:spPr>
            <a:xfrm>
              <a:off x="1125900" y="2040538"/>
              <a:ext cx="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AA32C1-BC11-13BC-8F99-653EB7756673}"/>
                </a:ext>
              </a:extLst>
            </p:cNvPr>
            <p:cNvCxnSpPr/>
            <p:nvPr/>
          </p:nvCxnSpPr>
          <p:spPr>
            <a:xfrm>
              <a:off x="1125900" y="2072382"/>
              <a:ext cx="206276" cy="98567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F7DA012-EAA6-9FA9-047A-EDAA59BC4AAC}"/>
                </a:ext>
              </a:extLst>
            </p:cNvPr>
            <p:cNvCxnSpPr/>
            <p:nvPr/>
          </p:nvCxnSpPr>
          <p:spPr>
            <a:xfrm>
              <a:off x="1143745" y="2288357"/>
              <a:ext cx="206276" cy="98567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Round Diagonal Corner Rectangle 54">
            <a:extLst>
              <a:ext uri="{FF2B5EF4-FFF2-40B4-BE49-F238E27FC236}">
                <a16:creationId xmlns:a16="http://schemas.microsoft.com/office/drawing/2014/main" id="{8D8116BB-FE02-014C-76FF-93852E1DE5E0}"/>
              </a:ext>
            </a:extLst>
          </p:cNvPr>
          <p:cNvSpPr/>
          <p:nvPr/>
        </p:nvSpPr>
        <p:spPr>
          <a:xfrm>
            <a:off x="9433121" y="5908059"/>
            <a:ext cx="1899139" cy="785447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Payment Gateway</a:t>
            </a:r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BF7D40-8071-16C5-E260-4FDE61031A26}"/>
              </a:ext>
            </a:extLst>
          </p:cNvPr>
          <p:cNvSpPr txBox="1"/>
          <p:nvPr/>
        </p:nvSpPr>
        <p:spPr>
          <a:xfrm rot="2100000">
            <a:off x="6721180" y="4898430"/>
            <a:ext cx="281869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400">
                <a:ea typeface="+mn-lt"/>
                <a:cs typeface="+mn-lt"/>
              </a:rPr>
              <a:t>Payment instruction</a:t>
            </a:r>
            <a:endParaRPr lang="en-IN"/>
          </a:p>
        </p:txBody>
      </p:sp>
      <p:sp>
        <p:nvSpPr>
          <p:cNvPr id="41" name="Round Diagonal Corner Rectangle 58">
            <a:extLst>
              <a:ext uri="{FF2B5EF4-FFF2-40B4-BE49-F238E27FC236}">
                <a16:creationId xmlns:a16="http://schemas.microsoft.com/office/drawing/2014/main" id="{1FBE4E54-8586-5FF0-204E-BCFF0F494331}"/>
              </a:ext>
            </a:extLst>
          </p:cNvPr>
          <p:cNvSpPr/>
          <p:nvPr/>
        </p:nvSpPr>
        <p:spPr>
          <a:xfrm>
            <a:off x="6751785" y="571710"/>
            <a:ext cx="1899139" cy="785447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Vendors</a:t>
            </a:r>
            <a:endParaRPr lang="en-US"/>
          </a:p>
        </p:txBody>
      </p:sp>
      <p:sp>
        <p:nvSpPr>
          <p:cNvPr id="42" name="Round Diagonal Corner Rectangle 59">
            <a:extLst>
              <a:ext uri="{FF2B5EF4-FFF2-40B4-BE49-F238E27FC236}">
                <a16:creationId xmlns:a16="http://schemas.microsoft.com/office/drawing/2014/main" id="{74B2C3E4-F750-6616-7632-8F7060866BE5}"/>
              </a:ext>
            </a:extLst>
          </p:cNvPr>
          <p:cNvSpPr/>
          <p:nvPr/>
        </p:nvSpPr>
        <p:spPr>
          <a:xfrm>
            <a:off x="10167906" y="2925202"/>
            <a:ext cx="1899139" cy="785447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ERP/GL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892E0B-C62B-CCC8-2DE1-D968E5FF1C44}"/>
              </a:ext>
            </a:extLst>
          </p:cNvPr>
          <p:cNvSpPr txBox="1"/>
          <p:nvPr/>
        </p:nvSpPr>
        <p:spPr>
          <a:xfrm rot="17160000">
            <a:off x="5487963" y="2353363"/>
            <a:ext cx="21669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ea typeface="+mn-lt"/>
                <a:cs typeface="+mn-lt"/>
              </a:rPr>
              <a:t>Purchase Order (PO)</a:t>
            </a:r>
            <a:endParaRPr lang="en-US" sz="14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AD4605-5493-D72B-71CC-2444BE01E340}"/>
              </a:ext>
            </a:extLst>
          </p:cNvPr>
          <p:cNvSpPr txBox="1"/>
          <p:nvPr/>
        </p:nvSpPr>
        <p:spPr>
          <a:xfrm rot="20880000">
            <a:off x="7316485" y="3157089"/>
            <a:ext cx="240982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ea typeface="+mn-lt"/>
                <a:cs typeface="+mn-lt"/>
              </a:rPr>
              <a:t>Journal / voucher posting</a:t>
            </a:r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BC7972-27D1-C57D-C59E-465FC6356DBA}"/>
              </a:ext>
            </a:extLst>
          </p:cNvPr>
          <p:cNvSpPr txBox="1"/>
          <p:nvPr/>
        </p:nvSpPr>
        <p:spPr>
          <a:xfrm rot="-900000">
            <a:off x="1382477" y="3978989"/>
            <a:ext cx="317722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Bills / expenses entry &amp; approvals</a:t>
            </a:r>
            <a:endParaRPr lang="en-US" sz="1200"/>
          </a:p>
        </p:txBody>
      </p: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6A3EEED1-03B1-B63D-2103-B0D4A5B42025}"/>
              </a:ext>
            </a:extLst>
          </p:cNvPr>
          <p:cNvCxnSpPr>
            <a:cxnSpLocks/>
          </p:cNvCxnSpPr>
          <p:nvPr/>
        </p:nvCxnSpPr>
        <p:spPr>
          <a:xfrm flipH="1">
            <a:off x="1368047" y="4040754"/>
            <a:ext cx="3530890" cy="105758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TextBox 1032">
            <a:extLst>
              <a:ext uri="{FF2B5EF4-FFF2-40B4-BE49-F238E27FC236}">
                <a16:creationId xmlns:a16="http://schemas.microsoft.com/office/drawing/2014/main" id="{563812D0-81E1-1383-E8E0-828579109919}"/>
              </a:ext>
            </a:extLst>
          </p:cNvPr>
          <p:cNvSpPr txBox="1"/>
          <p:nvPr/>
        </p:nvSpPr>
        <p:spPr>
          <a:xfrm rot="20520000">
            <a:off x="1726827" y="4638551"/>
            <a:ext cx="317722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Exceptions &amp; reconciliation tasks / reports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17492B-D34E-55E6-A705-00029E99AE47}"/>
              </a:ext>
            </a:extLst>
          </p:cNvPr>
          <p:cNvSpPr txBox="1"/>
          <p:nvPr/>
        </p:nvSpPr>
        <p:spPr>
          <a:xfrm rot="2160000">
            <a:off x="2665143" y="2744299"/>
            <a:ext cx="199310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Bank transactions feed (statement lines)</a:t>
            </a:r>
            <a:endParaRPr lang="en-US" sz="1400"/>
          </a:p>
          <a:p>
            <a:endParaRPr lang="en-US" sz="140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F2AA6EF-4B00-93FB-BC4E-3BE43394F65D}"/>
              </a:ext>
            </a:extLst>
          </p:cNvPr>
          <p:cNvSpPr/>
          <p:nvPr/>
        </p:nvSpPr>
        <p:spPr>
          <a:xfrm>
            <a:off x="2975180" y="1277896"/>
            <a:ext cx="586386" cy="51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1a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209BCDD-9821-82EC-2295-0890B2FD2780}"/>
              </a:ext>
            </a:extLst>
          </p:cNvPr>
          <p:cNvSpPr/>
          <p:nvPr/>
        </p:nvSpPr>
        <p:spPr>
          <a:xfrm>
            <a:off x="5725655" y="2752177"/>
            <a:ext cx="586386" cy="51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2a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0E5B21D-D2C6-2D11-34D3-14BCCEC6D8EE}"/>
              </a:ext>
            </a:extLst>
          </p:cNvPr>
          <p:cNvCxnSpPr>
            <a:cxnSpLocks/>
          </p:cNvCxnSpPr>
          <p:nvPr/>
        </p:nvCxnSpPr>
        <p:spPr>
          <a:xfrm>
            <a:off x="2690022" y="2034327"/>
            <a:ext cx="2298516" cy="145978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CFA54CC-2DBB-6A9D-B7C3-517965D6C565}"/>
              </a:ext>
            </a:extLst>
          </p:cNvPr>
          <p:cNvCxnSpPr>
            <a:cxnSpLocks/>
          </p:cNvCxnSpPr>
          <p:nvPr/>
        </p:nvCxnSpPr>
        <p:spPr>
          <a:xfrm flipH="1" flipV="1">
            <a:off x="5467144" y="4333703"/>
            <a:ext cx="21234" cy="170687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4E22C11-1F16-A9D7-E478-C000C50A57ED}"/>
              </a:ext>
            </a:extLst>
          </p:cNvPr>
          <p:cNvCxnSpPr>
            <a:cxnSpLocks/>
          </p:cNvCxnSpPr>
          <p:nvPr/>
        </p:nvCxnSpPr>
        <p:spPr>
          <a:xfrm flipH="1" flipV="1">
            <a:off x="2656876" y="1645638"/>
            <a:ext cx="2857276" cy="181259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435EE3A-80A6-0D92-0D4F-A473090CC58C}"/>
              </a:ext>
            </a:extLst>
          </p:cNvPr>
          <p:cNvCxnSpPr>
            <a:cxnSpLocks/>
          </p:cNvCxnSpPr>
          <p:nvPr/>
        </p:nvCxnSpPr>
        <p:spPr>
          <a:xfrm>
            <a:off x="5819660" y="4334457"/>
            <a:ext cx="49287" cy="172303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C4C829F-E554-C41C-0F16-D4E0D41691CE}"/>
              </a:ext>
            </a:extLst>
          </p:cNvPr>
          <p:cNvCxnSpPr>
            <a:cxnSpLocks/>
          </p:cNvCxnSpPr>
          <p:nvPr/>
        </p:nvCxnSpPr>
        <p:spPr>
          <a:xfrm flipV="1">
            <a:off x="6913464" y="3086164"/>
            <a:ext cx="3263451" cy="67679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48A1676-37E5-A5D7-9FD9-D57B5C04E962}"/>
              </a:ext>
            </a:extLst>
          </p:cNvPr>
          <p:cNvCxnSpPr>
            <a:cxnSpLocks/>
          </p:cNvCxnSpPr>
          <p:nvPr/>
        </p:nvCxnSpPr>
        <p:spPr>
          <a:xfrm flipH="1">
            <a:off x="6898379" y="3442274"/>
            <a:ext cx="3257902" cy="67489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3AA92BB-D93D-BBD2-2920-37C175812093}"/>
              </a:ext>
            </a:extLst>
          </p:cNvPr>
          <p:cNvCxnSpPr>
            <a:cxnSpLocks/>
          </p:cNvCxnSpPr>
          <p:nvPr/>
        </p:nvCxnSpPr>
        <p:spPr>
          <a:xfrm flipH="1" flipV="1">
            <a:off x="6320598" y="4343252"/>
            <a:ext cx="3090432" cy="224750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774A23D-D804-F000-665D-46139298C803}"/>
              </a:ext>
            </a:extLst>
          </p:cNvPr>
          <p:cNvCxnSpPr>
            <a:cxnSpLocks/>
          </p:cNvCxnSpPr>
          <p:nvPr/>
        </p:nvCxnSpPr>
        <p:spPr>
          <a:xfrm>
            <a:off x="6779487" y="4298868"/>
            <a:ext cx="2635428" cy="183529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B2BE3F1-15B7-9B61-94B7-F3CFD26C9201}"/>
              </a:ext>
            </a:extLst>
          </p:cNvPr>
          <p:cNvCxnSpPr>
            <a:cxnSpLocks/>
          </p:cNvCxnSpPr>
          <p:nvPr/>
        </p:nvCxnSpPr>
        <p:spPr>
          <a:xfrm flipV="1">
            <a:off x="6511531" y="1361198"/>
            <a:ext cx="550396" cy="206681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BBC3AA1-8600-D4C5-F9EC-0C9F442E6D50}"/>
              </a:ext>
            </a:extLst>
          </p:cNvPr>
          <p:cNvCxnSpPr>
            <a:cxnSpLocks/>
          </p:cNvCxnSpPr>
          <p:nvPr/>
        </p:nvCxnSpPr>
        <p:spPr>
          <a:xfrm flipH="1">
            <a:off x="6831389" y="1365614"/>
            <a:ext cx="561598" cy="214027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21F7D65F-977B-AB31-60B4-5706E5DF37F2}"/>
              </a:ext>
            </a:extLst>
          </p:cNvPr>
          <p:cNvSpPr/>
          <p:nvPr/>
        </p:nvSpPr>
        <p:spPr>
          <a:xfrm>
            <a:off x="7810687" y="1479385"/>
            <a:ext cx="586386" cy="51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2b</a:t>
            </a:r>
          </a:p>
        </p:txBody>
      </p:sp>
      <p:sp>
        <p:nvSpPr>
          <p:cNvPr id="1024" name="Oval 1023">
            <a:extLst>
              <a:ext uri="{FF2B5EF4-FFF2-40B4-BE49-F238E27FC236}">
                <a16:creationId xmlns:a16="http://schemas.microsoft.com/office/drawing/2014/main" id="{825B27F2-85B0-EA07-D5F6-739DC334D712}"/>
              </a:ext>
            </a:extLst>
          </p:cNvPr>
          <p:cNvSpPr/>
          <p:nvPr/>
        </p:nvSpPr>
        <p:spPr>
          <a:xfrm>
            <a:off x="9435170" y="2542835"/>
            <a:ext cx="586386" cy="51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5a</a:t>
            </a:r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C3B6A7B3-FB33-66B4-2E9F-845037F3C6BB}"/>
              </a:ext>
            </a:extLst>
          </p:cNvPr>
          <p:cNvSpPr/>
          <p:nvPr/>
        </p:nvSpPr>
        <p:spPr>
          <a:xfrm>
            <a:off x="7584597" y="3999846"/>
            <a:ext cx="586386" cy="51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5b</a:t>
            </a:r>
          </a:p>
        </p:txBody>
      </p:sp>
      <p:sp>
        <p:nvSpPr>
          <p:cNvPr id="1026" name="Oval 1025">
            <a:extLst>
              <a:ext uri="{FF2B5EF4-FFF2-40B4-BE49-F238E27FC236}">
                <a16:creationId xmlns:a16="http://schemas.microsoft.com/office/drawing/2014/main" id="{9BECCA12-1518-FA36-2F7D-5B054C154B17}"/>
              </a:ext>
            </a:extLst>
          </p:cNvPr>
          <p:cNvSpPr/>
          <p:nvPr/>
        </p:nvSpPr>
        <p:spPr>
          <a:xfrm>
            <a:off x="8982992" y="5264263"/>
            <a:ext cx="586386" cy="51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4a</a:t>
            </a:r>
          </a:p>
        </p:txBody>
      </p:sp>
      <p:sp>
        <p:nvSpPr>
          <p:cNvPr id="1028" name="Oval 1027">
            <a:extLst>
              <a:ext uri="{FF2B5EF4-FFF2-40B4-BE49-F238E27FC236}">
                <a16:creationId xmlns:a16="http://schemas.microsoft.com/office/drawing/2014/main" id="{E7A149C8-18F3-4655-9CC1-77F074BFFD2C}"/>
              </a:ext>
            </a:extLst>
          </p:cNvPr>
          <p:cNvSpPr/>
          <p:nvPr/>
        </p:nvSpPr>
        <p:spPr>
          <a:xfrm>
            <a:off x="8396838" y="6294218"/>
            <a:ext cx="586386" cy="51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4b</a:t>
            </a:r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CF1EE1AE-D53C-ABAE-CC4E-AE23E766FCE7}"/>
              </a:ext>
            </a:extLst>
          </p:cNvPr>
          <p:cNvSpPr/>
          <p:nvPr/>
        </p:nvSpPr>
        <p:spPr>
          <a:xfrm>
            <a:off x="6278310" y="5498723"/>
            <a:ext cx="586386" cy="51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3b</a:t>
            </a:r>
          </a:p>
        </p:txBody>
      </p:sp>
      <p:sp>
        <p:nvSpPr>
          <p:cNvPr id="1030" name="Oval 1029">
            <a:extLst>
              <a:ext uri="{FF2B5EF4-FFF2-40B4-BE49-F238E27FC236}">
                <a16:creationId xmlns:a16="http://schemas.microsoft.com/office/drawing/2014/main" id="{A7D50A00-AF52-85D4-2465-1577E960E826}"/>
              </a:ext>
            </a:extLst>
          </p:cNvPr>
          <p:cNvSpPr/>
          <p:nvPr/>
        </p:nvSpPr>
        <p:spPr>
          <a:xfrm>
            <a:off x="4452859" y="5465227"/>
            <a:ext cx="586386" cy="51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3a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637A0EA6-3717-45C6-0D0A-75043A4710FF}"/>
              </a:ext>
            </a:extLst>
          </p:cNvPr>
          <p:cNvSpPr txBox="1"/>
          <p:nvPr/>
        </p:nvSpPr>
        <p:spPr>
          <a:xfrm rot="17100000">
            <a:off x="6108569" y="2288248"/>
            <a:ext cx="240982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ea typeface="+mn-lt"/>
                <a:cs typeface="+mn-lt"/>
              </a:rPr>
              <a:t>Vendor invoice / order acknowledgement (ASN)</a:t>
            </a:r>
            <a:endParaRPr lang="en-US" sz="1400"/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51F50F3D-DDBA-8F20-1B20-E62920617D51}"/>
              </a:ext>
            </a:extLst>
          </p:cNvPr>
          <p:cNvSpPr txBox="1"/>
          <p:nvPr/>
        </p:nvSpPr>
        <p:spPr>
          <a:xfrm rot="20880000">
            <a:off x="7710044" y="3725358"/>
            <a:ext cx="240982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ea typeface="+mn-lt"/>
                <a:cs typeface="+mn-lt"/>
              </a:rPr>
              <a:t>Posting status / error</a:t>
            </a:r>
            <a:endParaRPr lang="en-US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5745A62B-7BF8-0199-01DE-6CB9EF94B3D8}"/>
              </a:ext>
            </a:extLst>
          </p:cNvPr>
          <p:cNvSpPr txBox="1"/>
          <p:nvPr/>
        </p:nvSpPr>
        <p:spPr>
          <a:xfrm rot="2160000">
            <a:off x="6294126" y="5350605"/>
            <a:ext cx="281869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400">
                <a:ea typeface="+mn-lt"/>
                <a:cs typeface="+mn-lt"/>
              </a:rPr>
              <a:t>Payment status / settlement</a:t>
            </a:r>
            <a:endParaRPr lang="en-IN"/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20AD7FE2-71BB-24F4-9ADA-E04639F00422}"/>
              </a:ext>
            </a:extLst>
          </p:cNvPr>
          <p:cNvSpPr txBox="1"/>
          <p:nvPr/>
        </p:nvSpPr>
        <p:spPr>
          <a:xfrm rot="5400000">
            <a:off x="5387934" y="4708611"/>
            <a:ext cx="1528896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400">
                <a:solidFill>
                  <a:srgbClr val="0D0D0D"/>
                </a:solidFill>
                <a:ea typeface="+mn-lt"/>
                <a:cs typeface="+mn-lt"/>
              </a:rPr>
              <a:t>Receiving variance / expected items</a:t>
            </a:r>
            <a:endParaRPr lang="en-IN" sz="1400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66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632DEF47-E235-664E-BF3E-C565BA7A4373}"/>
              </a:ext>
            </a:extLst>
          </p:cNvPr>
          <p:cNvSpPr txBox="1"/>
          <p:nvPr/>
        </p:nvSpPr>
        <p:spPr>
          <a:xfrm>
            <a:off x="4222070" y="70351"/>
            <a:ext cx="3183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/>
              <a:t>System Interface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968714-0725-B7AE-782D-3B6959EE8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212070"/>
              </p:ext>
            </p:extLst>
          </p:nvPr>
        </p:nvGraphicFramePr>
        <p:xfrm>
          <a:off x="-8313" y="532017"/>
          <a:ext cx="12226636" cy="7786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776">
                  <a:extLst>
                    <a:ext uri="{9D8B030D-6E8A-4147-A177-3AD203B41FA5}">
                      <a16:colId xmlns:a16="http://schemas.microsoft.com/office/drawing/2014/main" val="4077419395"/>
                    </a:ext>
                  </a:extLst>
                </a:gridCol>
                <a:gridCol w="2770789">
                  <a:extLst>
                    <a:ext uri="{9D8B030D-6E8A-4147-A177-3AD203B41FA5}">
                      <a16:colId xmlns:a16="http://schemas.microsoft.com/office/drawing/2014/main" val="1932747155"/>
                    </a:ext>
                  </a:extLst>
                </a:gridCol>
                <a:gridCol w="1438555">
                  <a:extLst>
                    <a:ext uri="{9D8B030D-6E8A-4147-A177-3AD203B41FA5}">
                      <a16:colId xmlns:a16="http://schemas.microsoft.com/office/drawing/2014/main" val="1421329866"/>
                    </a:ext>
                  </a:extLst>
                </a:gridCol>
                <a:gridCol w="1022465">
                  <a:extLst>
                    <a:ext uri="{9D8B030D-6E8A-4147-A177-3AD203B41FA5}">
                      <a16:colId xmlns:a16="http://schemas.microsoft.com/office/drawing/2014/main" val="143839345"/>
                    </a:ext>
                  </a:extLst>
                </a:gridCol>
                <a:gridCol w="1479666">
                  <a:extLst>
                    <a:ext uri="{9D8B030D-6E8A-4147-A177-3AD203B41FA5}">
                      <a16:colId xmlns:a16="http://schemas.microsoft.com/office/drawing/2014/main" val="1461509799"/>
                    </a:ext>
                  </a:extLst>
                </a:gridCol>
                <a:gridCol w="4954385">
                  <a:extLst>
                    <a:ext uri="{9D8B030D-6E8A-4147-A177-3AD203B41FA5}">
                      <a16:colId xmlns:a16="http://schemas.microsoft.com/office/drawing/2014/main" val="3830335643"/>
                    </a:ext>
                  </a:extLst>
                </a:gridCol>
              </a:tblGrid>
              <a:tr h="324786"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69754"/>
                  </a:ext>
                </a:extLst>
              </a:tr>
              <a:tr h="557131">
                <a:tc>
                  <a:txBody>
                    <a:bodyPr/>
                    <a:lstStyle/>
                    <a:p>
                      <a:r>
                        <a:rPr lang="en-US" sz="1400"/>
                        <a:t>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Bank statement fetch request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Team-1 Accounting Module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Bank API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Scheduled daily (or on-demand)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OAuth token valid; date range sane; </a:t>
                      </a:r>
                      <a:r>
                        <a:rPr lang="en-IN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account_id</a:t>
                      </a: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authorized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976428"/>
                  </a:ext>
                </a:extLst>
              </a:tr>
              <a:tr h="557131">
                <a:tc>
                  <a:txBody>
                    <a:bodyPr/>
                    <a:lstStyle/>
                    <a:p>
                      <a:r>
                        <a:rPr lang="en-US" sz="1400"/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Bank transactions feed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Bank API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Team-1 Accounting Module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Real-time/event or pull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Webhook signature verified; idempotency key; amounts &amp; currency codes valid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89735"/>
                  </a:ext>
                </a:extLst>
              </a:tr>
              <a:tr h="481550">
                <a:tc>
                  <a:txBody>
                    <a:bodyPr/>
                    <a:lstStyle/>
                    <a:p>
                      <a:r>
                        <a:rPr lang="en-US" sz="1400"/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Purchase Order (PO)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Team-1 Accounting Module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Vendor/Supplier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Real-time (on approval)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Budget check; </a:t>
                      </a:r>
                      <a:r>
                        <a:rPr lang="en-IN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vendor_id</a:t>
                      </a: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 active; item/qty/price schema; delivery address valid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623325"/>
                  </a:ext>
                </a:extLst>
              </a:tr>
              <a:tr h="679835">
                <a:tc>
                  <a:txBody>
                    <a:bodyPr/>
                    <a:lstStyle/>
                    <a:p>
                      <a:r>
                        <a:rPr lang="en-US" sz="1400"/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Order/Invoice/ASN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Vendor/Supplier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Team-1 Accounting Module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Event-based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PO reference exists; totals match; tax codes valid; duplicate invoice check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27102"/>
                  </a:ext>
                </a:extLst>
              </a:tr>
              <a:tr h="577895">
                <a:tc>
                  <a:txBody>
                    <a:bodyPr/>
                    <a:lstStyle/>
                    <a:p>
                      <a:r>
                        <a:rPr lang="en-US" sz="1400"/>
                        <a:t>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Bills &amp; approvals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AP Clerk / Manager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Team-1 Accounting Module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Real-time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RBAC roles; required fields; attachments scanned/</a:t>
                      </a:r>
                      <a:r>
                        <a:rPr lang="en-IN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</a:rPr>
                        <a:t>OCR’d</a:t>
                      </a: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; vendor match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216723"/>
                  </a:ext>
                </a:extLst>
              </a:tr>
              <a:tr h="577895">
                <a:tc>
                  <a:txBody>
                    <a:bodyPr/>
                    <a:lstStyle/>
                    <a:p>
                      <a:r>
                        <a:rPr lang="en-US" sz="1400"/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Exceptions &amp; notifications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Team-1 Accounting Module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AP Clerk / Manager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Event-based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Only unreconciled/mismatch items; clear reason codes; SLA timers started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207887"/>
                  </a:ext>
                </a:extLst>
              </a:tr>
              <a:tr h="339411">
                <a:tc>
                  <a:txBody>
                    <a:bodyPr/>
                    <a:lstStyle/>
                    <a:p>
                      <a:r>
                        <a:rPr lang="en-US" sz="1400"/>
                        <a:t>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Journal/voucher posting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Team-1 Accounting Module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ERP / General Ledger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Scheduled batch or real time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Balanced entry (debits=credits); account codes valid; period open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185702"/>
                  </a:ext>
                </a:extLst>
              </a:tr>
              <a:tr h="481550">
                <a:tc>
                  <a:txBody>
                    <a:bodyPr/>
                    <a:lstStyle/>
                    <a:p>
                      <a:r>
                        <a:rPr lang="en-US" sz="1400"/>
                        <a:t>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Posting status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ERP / General Ledger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Team-1 Accounting Module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Event-based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latin typeface="Aptos"/>
                        </a:rPr>
                        <a:t>Entry_id</a:t>
                      </a:r>
                      <a:r>
                        <a:rPr lang="en-US" sz="1400" b="0" i="0" u="none" strike="noStrike" noProof="0">
                          <a:latin typeface="Aptos"/>
                        </a:rPr>
                        <a:t> match; error codes mapped; retry policy applied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714384"/>
                  </a:ext>
                </a:extLst>
              </a:tr>
              <a:tr h="679835">
                <a:tc>
                  <a:txBody>
                    <a:bodyPr/>
                    <a:lstStyle/>
                    <a:p>
                      <a:r>
                        <a:rPr lang="en-US" sz="1400"/>
                        <a:t>5a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Payment instruction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Team-1 Accounting Module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Payment Gateway / Bank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Scheduled run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Sum equals approved vouchers; vendor bank/KYC verified; NACHA/SEPA format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51586"/>
                  </a:ext>
                </a:extLst>
              </a:tr>
              <a:tr h="878120">
                <a:tc>
                  <a:txBody>
                    <a:bodyPr/>
                    <a:lstStyle/>
                    <a:p>
                      <a:r>
                        <a:rPr lang="en-US" sz="1400"/>
                        <a:t>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Payment status/settlement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Payment Gateway / Bank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Team-1 Accounting Module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Event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Signed callback; idempotent; reconcile to voucher &amp; bank </a:t>
                      </a:r>
                      <a:r>
                        <a:rPr lang="en-US" sz="1400" b="0" i="0" u="none" strike="noStrike" noProof="0" err="1">
                          <a:latin typeface="Aptos"/>
                        </a:rPr>
                        <a:t>txn</a:t>
                      </a:r>
                      <a:endParaRPr lang="en-US" sz="14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345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403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Desai, Ms. Tarjanee Sandeep</dc:creator>
  <cp:revision>1</cp:revision>
  <dcterms:created xsi:type="dcterms:W3CDTF">2024-02-15T13:41:43Z</dcterms:created>
  <dcterms:modified xsi:type="dcterms:W3CDTF">2025-09-23T00:38:57Z</dcterms:modified>
</cp:coreProperties>
</file>