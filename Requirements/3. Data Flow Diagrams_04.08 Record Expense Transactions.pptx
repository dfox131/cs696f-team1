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343A1-9F91-A29E-6B59-CA4B50EB5964}" v="7" dt="2025-12-07T17:11:14.384"/>
    <p1510:client id="{31ECA99D-FD54-2F67-392A-50D99B3B93FD}" v="4" dt="2025-12-08T00:13:34.209"/>
    <p1510:client id="{9F8FB990-C76C-D270-C382-4FDC0F4D487D}" v="1" dt="2025-12-07T21:15:36.3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bank account&#10;&#10;AI-generated content may be incorrect.">
            <a:extLst>
              <a:ext uri="{FF2B5EF4-FFF2-40B4-BE49-F238E27FC236}">
                <a16:creationId xmlns:a16="http://schemas.microsoft.com/office/drawing/2014/main" id="{93F35574-A854-E7E6-C2C7-1C6D1BCF5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281" y="183614"/>
            <a:ext cx="8377437" cy="641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055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</cp:revision>
  <dcterms:created xsi:type="dcterms:W3CDTF">2025-12-07T17:08:24Z</dcterms:created>
  <dcterms:modified xsi:type="dcterms:W3CDTF">2025-12-08T00:14:39Z</dcterms:modified>
</cp:coreProperties>
</file>