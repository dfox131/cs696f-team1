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80" r:id="rId4"/>
    <p:sldId id="262" r:id="rId5"/>
    <p:sldId id="272" r:id="rId6"/>
    <p:sldId id="258" r:id="rId7"/>
    <p:sldId id="274" r:id="rId8"/>
    <p:sldId id="276" r:id="rId9"/>
    <p:sldId id="277" r:id="rId10"/>
    <p:sldId id="267" r:id="rId11"/>
    <p:sldId id="269" r:id="rId12"/>
    <p:sldId id="270" r:id="rId13"/>
    <p:sldId id="271" r:id="rId14"/>
    <p:sldId id="279" r:id="rId15"/>
    <p:sldId id="268" r:id="rId1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A43F59-1622-65AD-6467-9FA1F09C7576}" v="382" dt="2025-12-09T21:13:33.829"/>
  </p1510:revLst>
</p1510:revInfo>
</file>

<file path=ppt/tableStyles.xml><?xml version="1.0" encoding="utf-8"?>
<a:tblStyleLst xmlns:a="http://schemas.openxmlformats.org/drawingml/2006/main" def="{A6945E03-9EC1-4349-B23C-B325B3A2A5D5}">
  <a:tblStyle styleId="{A6945E03-9EC1-4349-B23C-B325B3A2A5D5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5B9BD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5B9BD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78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14869ee1a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14869ee1a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B96C5810-0CC7-0BA1-84DE-E235949A3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14869ee1a_0_119:notes">
            <a:extLst>
              <a:ext uri="{FF2B5EF4-FFF2-40B4-BE49-F238E27FC236}">
                <a16:creationId xmlns:a16="http://schemas.microsoft.com/office/drawing/2014/main" id="{667D282B-BA5B-6AAD-6383-D3A2239575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14869ee1a_0_119:notes">
            <a:extLst>
              <a:ext uri="{FF2B5EF4-FFF2-40B4-BE49-F238E27FC236}">
                <a16:creationId xmlns:a16="http://schemas.microsoft.com/office/drawing/2014/main" id="{A7CE487C-A6E6-7CB6-011A-D62C2F9CF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6769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814869ee1a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814869ee1a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14869ee1a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14869ee1a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8630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814869ee1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814869ee1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814869ee1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814869ee1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168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814869ee1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814869ee1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4922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814869ee1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814869ee1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8558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814869ee1a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814869ee1a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814869ee1a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814869ee1a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8595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814869ee1a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814869ee1a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1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swayambhu/parkEz" TargetMode="Externa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ngimg.com/download/73412" TargetMode="External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hyperlink" Target="https://www.pngall.com/folders-png/download/5750" TargetMode="Externa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4284000" y="3869181"/>
            <a:ext cx="4860000" cy="1157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/>
            <a:r>
              <a:rPr lang="en" sz="1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Daniel Fox (QA Manager)</a:t>
            </a:r>
            <a:br>
              <a:rPr lang="en" sz="1100" dirty="0">
                <a:latin typeface="Times New Roman"/>
                <a:ea typeface="Times New Roman"/>
                <a:cs typeface="Times New Roman"/>
              </a:rPr>
            </a:br>
            <a:r>
              <a:rPr lang="en" sz="1100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Thyagaraj</a:t>
            </a:r>
            <a:r>
              <a:rPr lang="en" sz="1100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Raghava</a:t>
            </a:r>
            <a:r>
              <a:rPr lang="en" sz="1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(QA/Data Analyst)</a:t>
            </a:r>
            <a:br>
              <a:rPr lang="en" sz="1100" dirty="0">
                <a:latin typeface="Times New Roman"/>
                <a:ea typeface="Times New Roman"/>
                <a:cs typeface="Times New Roman"/>
              </a:rPr>
            </a:br>
            <a:r>
              <a:rPr lang="en" sz="1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Manisha Shah (Business Analyst)</a:t>
            </a:r>
            <a:br>
              <a:rPr lang="en" sz="1100" dirty="0">
                <a:latin typeface="Times New Roman"/>
                <a:ea typeface="Times New Roman"/>
                <a:cs typeface="Times New Roman"/>
              </a:rPr>
            </a:br>
            <a:r>
              <a:rPr lang="en" sz="1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Prashant Baral (Software Tester)</a:t>
            </a:r>
            <a:endParaRPr lang="en" sz="1100" dirty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/>
            <a:r>
              <a:rPr lang="en" sz="1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Arun </a:t>
            </a:r>
            <a:r>
              <a:rPr lang="en" sz="11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Garwan</a:t>
            </a:r>
            <a:r>
              <a:rPr lang="en" sz="1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 (Software Tester)</a:t>
            </a:r>
          </a:p>
          <a:p>
            <a:pPr marL="0" indent="0"/>
            <a:r>
              <a:rPr lang="en" sz="1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Deepali Sawant (Software Tester)</a:t>
            </a:r>
          </a:p>
          <a:p>
            <a:pPr marL="0" indent="0"/>
            <a:endParaRPr lang="en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87C02F-FAC4-59A2-FD6E-5A18F6EA0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984" y="584979"/>
            <a:ext cx="1342485" cy="13424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723964-303D-0682-BFD6-668C3FE83E33}"/>
              </a:ext>
            </a:extLst>
          </p:cNvPr>
          <p:cNvSpPr txBox="1"/>
          <p:nvPr/>
        </p:nvSpPr>
        <p:spPr>
          <a:xfrm>
            <a:off x="7863841" y="4779168"/>
            <a:ext cx="14550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i="1" dirty="0">
                <a:solidFill>
                  <a:schemeClr val="accent6">
                    <a:lumMod val="50000"/>
                  </a:schemeClr>
                </a:solidFill>
              </a:rPr>
              <a:t>Team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289950"/>
            <a:ext cx="8520600" cy="763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Functional Decomposition Diagram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650" dirty="0"/>
              <a:t>presented by Daniel Fox</a:t>
            </a:r>
            <a:r>
              <a:rPr lang="en" sz="1650" dirty="0"/>
              <a:t>)</a:t>
            </a:r>
            <a:endParaRPr sz="1650" dirty="0"/>
          </a:p>
        </p:txBody>
      </p:sp>
      <p:pic>
        <p:nvPicPr>
          <p:cNvPr id="3" name="Picture 2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B0E882D4-9805-571E-B1BE-18A5EC462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6" y="1286572"/>
            <a:ext cx="8978748" cy="3857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BC0F515-9155-8269-0463-F8616CCB8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CE69E046-79A9-48BA-C793-05FBBCAEB9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89950"/>
            <a:ext cx="8520600" cy="763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Context Diagram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650" dirty="0"/>
              <a:t>presented by Prashant Baral</a:t>
            </a:r>
            <a:r>
              <a:rPr lang="en" sz="1650" dirty="0"/>
              <a:t>)</a:t>
            </a:r>
            <a:endParaRPr sz="1650" dirty="0"/>
          </a:p>
        </p:txBody>
      </p:sp>
      <p:pic>
        <p:nvPicPr>
          <p:cNvPr id="3" name="Picture 2" descr="A diagram of a team&#10;&#10;AI-generated content may be incorrect.">
            <a:extLst>
              <a:ext uri="{FF2B5EF4-FFF2-40B4-BE49-F238E27FC236}">
                <a16:creationId xmlns:a16="http://schemas.microsoft.com/office/drawing/2014/main" id="{B72E8B64-AD96-2703-7E3C-18219097A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77" y="1287596"/>
            <a:ext cx="8769967" cy="374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127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311725" y="266882"/>
            <a:ext cx="8520600" cy="8177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RCT</a:t>
            </a:r>
            <a:br>
              <a:rPr lang="en" dirty="0"/>
            </a:br>
            <a:r>
              <a:rPr lang="en" sz="1900" dirty="0"/>
              <a:t>(</a:t>
            </a:r>
            <a:r>
              <a:rPr lang="en-US" sz="1800" dirty="0"/>
              <a:t>presented by Prashant Baral</a:t>
            </a:r>
            <a:r>
              <a:rPr lang="en" sz="1900" dirty="0"/>
              <a:t>)</a:t>
            </a:r>
            <a:endParaRPr lang="en-US" sz="19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71A332-FD32-C8B2-54D4-EE69E50A8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78" y="1285137"/>
            <a:ext cx="8788128" cy="37781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289950"/>
            <a:ext cx="8520600" cy="8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Testing RoadMap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650" dirty="0"/>
              <a:t>presented by Arun </a:t>
            </a:r>
            <a:r>
              <a:rPr lang="en-US" sz="1650" dirty="0" err="1"/>
              <a:t>Garwan</a:t>
            </a:r>
            <a:r>
              <a:rPr lang="en" sz="1650" dirty="0"/>
              <a:t>)</a:t>
            </a:r>
            <a:endParaRPr sz="1650" dirty="0"/>
          </a:p>
        </p:txBody>
      </p:sp>
      <p:pic>
        <p:nvPicPr>
          <p:cNvPr id="3" name="Picture 2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656D86BF-9EB3-9157-61E0-3D03FCCE2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1286655"/>
            <a:ext cx="8850731" cy="375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57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317228"/>
            <a:ext cx="8520600" cy="746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Test Plan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800" dirty="0"/>
              <a:t>presented by Manisha Shah</a:t>
            </a:r>
            <a:r>
              <a:rPr lang="en" sz="1650" dirty="0"/>
              <a:t>)</a:t>
            </a:r>
            <a:endParaRPr sz="165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 descr="A list of names and a list of tasks&#10;&#10;AI-generated content may be incorrect.">
            <a:extLst>
              <a:ext uri="{FF2B5EF4-FFF2-40B4-BE49-F238E27FC236}">
                <a16:creationId xmlns:a16="http://schemas.microsoft.com/office/drawing/2014/main" id="{5118B581-178F-0305-C448-D896E6DD4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4" y="1598076"/>
            <a:ext cx="4333617" cy="3283142"/>
          </a:xfrm>
          <a:prstGeom prst="rect">
            <a:avLst/>
          </a:prstGeom>
        </p:spPr>
      </p:pic>
      <p:pic>
        <p:nvPicPr>
          <p:cNvPr id="4" name="Picture 3" descr="A screenshot of a test&#10;&#10;AI-generated content may be incorrect.">
            <a:extLst>
              <a:ext uri="{FF2B5EF4-FFF2-40B4-BE49-F238E27FC236}">
                <a16:creationId xmlns:a16="http://schemas.microsoft.com/office/drawing/2014/main" id="{9361EF82-570A-B4B0-E1F6-8BDD4DEC3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859" y="1598363"/>
            <a:ext cx="4279823" cy="32274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317228"/>
            <a:ext cx="8520600" cy="746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Test Design Specification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650" dirty="0"/>
              <a:t>presented by Deepali Sawant</a:t>
            </a:r>
            <a:r>
              <a:rPr lang="en" sz="1650" dirty="0"/>
              <a:t>)</a:t>
            </a:r>
            <a:endParaRPr sz="165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 descr="A screenshot of a document&#10;&#10;AI-generated content may be incorrect.">
            <a:extLst>
              <a:ext uri="{FF2B5EF4-FFF2-40B4-BE49-F238E27FC236}">
                <a16:creationId xmlns:a16="http://schemas.microsoft.com/office/drawing/2014/main" id="{948DF3A0-31B1-C28E-DE94-AEFA54294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40" y="1287596"/>
            <a:ext cx="4363209" cy="3728070"/>
          </a:xfrm>
          <a:prstGeom prst="rect">
            <a:avLst/>
          </a:prstGeom>
        </p:spPr>
      </p:pic>
      <p:pic>
        <p:nvPicPr>
          <p:cNvPr id="3" name="Picture 2" descr="A screenshot of a test&#10;&#10;AI-generated content may be incorrect.">
            <a:extLst>
              <a:ext uri="{FF2B5EF4-FFF2-40B4-BE49-F238E27FC236}">
                <a16:creationId xmlns:a16="http://schemas.microsoft.com/office/drawing/2014/main" id="{19BA47C9-8000-5EA7-E7DE-870A90C6B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267" y="1285244"/>
            <a:ext cx="4523005" cy="373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668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317228"/>
            <a:ext cx="8520600" cy="746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Test Case Specification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650" dirty="0"/>
              <a:t>presented by Deepali Sawant</a:t>
            </a:r>
            <a:r>
              <a:rPr lang="en" sz="1650" dirty="0"/>
              <a:t>)</a:t>
            </a:r>
            <a:endParaRPr sz="165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 descr="A screenshot of a document&#10;&#10;AI-generated content may be incorrect.">
            <a:extLst>
              <a:ext uri="{FF2B5EF4-FFF2-40B4-BE49-F238E27FC236}">
                <a16:creationId xmlns:a16="http://schemas.microsoft.com/office/drawing/2014/main" id="{2D30D2DE-78D8-D88B-027B-833740804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632" y="1287595"/>
            <a:ext cx="5767531" cy="385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52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317228"/>
            <a:ext cx="8520600" cy="746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-US" dirty="0"/>
              <a:t>Test Summary Report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650" dirty="0"/>
              <a:t>presented by </a:t>
            </a:r>
            <a:r>
              <a:rPr lang="en-US" sz="1650" dirty="0" err="1"/>
              <a:t>Thyagaraj</a:t>
            </a:r>
            <a:r>
              <a:rPr lang="en-US" sz="1650" dirty="0"/>
              <a:t> Raghava</a:t>
            </a:r>
            <a:r>
              <a:rPr lang="en" sz="1650" dirty="0"/>
              <a:t>)</a:t>
            </a:r>
            <a:endParaRPr sz="165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 descr="A list of software testing&#10;&#10;AI-generated content may be incorrect.">
            <a:extLst>
              <a:ext uri="{FF2B5EF4-FFF2-40B4-BE49-F238E27FC236}">
                <a16:creationId xmlns:a16="http://schemas.microsoft.com/office/drawing/2014/main" id="{944C743B-E42F-ED2F-25D7-9D64995B1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51" y="1283637"/>
            <a:ext cx="4319308" cy="3661424"/>
          </a:xfrm>
          <a:prstGeom prst="rect">
            <a:avLst/>
          </a:prstGeom>
        </p:spPr>
      </p:pic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244880DE-5FFB-6EBA-6D15-252400776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656" y="1287596"/>
            <a:ext cx="4331428" cy="365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15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311700" y="413467"/>
            <a:ext cx="8520600" cy="8110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Application Recorded Demo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800" dirty="0"/>
              <a:t>presented by Daniel Fox</a:t>
            </a:r>
            <a:r>
              <a:rPr lang="en" sz="1650" dirty="0"/>
              <a:t>)</a:t>
            </a:r>
            <a:endParaRPr sz="1650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151B9A-9DE4-C2B0-3D0E-AF9E33911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536" y="1459504"/>
            <a:ext cx="6548151" cy="34294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65A504-DC9F-4B72-9F56-7B6982453D92}"/>
              </a:ext>
            </a:extLst>
          </p:cNvPr>
          <p:cNvSpPr txBox="1"/>
          <p:nvPr/>
        </p:nvSpPr>
        <p:spPr>
          <a:xfrm>
            <a:off x="2401173" y="2422113"/>
            <a:ext cx="39549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/>
              <a:t>Appendix:</a:t>
            </a:r>
          </a:p>
          <a:p>
            <a:pPr algn="ctr"/>
            <a:r>
              <a:rPr lang="en-US" sz="3600"/>
              <a:t>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2871186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D5A0-2D64-623F-BF61-FEDD2A55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GitHub Repo Link</a:t>
            </a:r>
          </a:p>
        </p:txBody>
      </p:sp>
      <p:pic>
        <p:nvPicPr>
          <p:cNvPr id="5" name="Content Placeholder 4" descr="A logo of a cat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8020BB9F-0C53-C133-3349-1EBF6B05B1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628651" y="1021107"/>
            <a:ext cx="7886699" cy="339566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82F415-B1B4-A559-55D0-8FD0E0360527}"/>
              </a:ext>
            </a:extLst>
          </p:cNvPr>
          <p:cNvSpPr txBox="1"/>
          <p:nvPr/>
        </p:nvSpPr>
        <p:spPr>
          <a:xfrm>
            <a:off x="1161232" y="3515265"/>
            <a:ext cx="7587128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>
                <a:solidFill>
                  <a:schemeClr val="accent4"/>
                </a:solidFill>
              </a:rPr>
              <a:t>🔗 </a:t>
            </a:r>
            <a:r>
              <a:rPr lang="en-US" sz="3000" dirty="0">
                <a:solidFill>
                  <a:schemeClr val="accent4"/>
                </a:solidFill>
              </a:rPr>
              <a:t>https://github.com/dfox131/CS696F-Team1</a:t>
            </a:r>
            <a:endParaRPr lang="en-US" sz="3000">
              <a:solidFill>
                <a:schemeClr val="accent4"/>
              </a:solidFill>
            </a:endParaRPr>
          </a:p>
          <a:p>
            <a:endParaRPr lang="en-US" sz="30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007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FE88-9F3B-B8DD-C77B-AB18ED4C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9667"/>
            <a:ext cx="7886700" cy="592505"/>
          </a:xfrm>
        </p:spPr>
        <p:txBody>
          <a:bodyPr>
            <a:normAutofit fontScale="90000"/>
          </a:bodyPr>
          <a:lstStyle/>
          <a:p>
            <a:r>
              <a:rPr lang="en-US"/>
              <a:t>GitHub Repo Folder Structure</a:t>
            </a:r>
          </a:p>
        </p:txBody>
      </p:sp>
      <p:pic>
        <p:nvPicPr>
          <p:cNvPr id="5" name="Content Placeholder 4" descr="A black cat in a circle&#10;&#10;Description automatically generated">
            <a:extLst>
              <a:ext uri="{FF2B5EF4-FFF2-40B4-BE49-F238E27FC236}">
                <a16:creationId xmlns:a16="http://schemas.microsoft.com/office/drawing/2014/main" id="{57380F22-4902-2685-92D6-C3BA03519C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15353" y="862444"/>
            <a:ext cx="933083" cy="945664"/>
          </a:xfrm>
        </p:spPr>
      </p:pic>
      <p:pic>
        <p:nvPicPr>
          <p:cNvPr id="10" name="Picture 9" descr="A blue folder with a black background&#10;&#10;Description automatically generated">
            <a:extLst>
              <a:ext uri="{FF2B5EF4-FFF2-40B4-BE49-F238E27FC236}">
                <a16:creationId xmlns:a16="http://schemas.microsoft.com/office/drawing/2014/main" id="{20230D6E-63B6-6AB5-7A01-8A118D168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83844" y="2009451"/>
            <a:ext cx="525066" cy="525066"/>
          </a:xfrm>
          <a:prstGeom prst="rect">
            <a:avLst/>
          </a:prstGeom>
        </p:spPr>
      </p:pic>
      <p:pic>
        <p:nvPicPr>
          <p:cNvPr id="12" name="Picture 11" descr="A blue folder with a black background&#10;&#10;Description automatically generated">
            <a:extLst>
              <a:ext uri="{FF2B5EF4-FFF2-40B4-BE49-F238E27FC236}">
                <a16:creationId xmlns:a16="http://schemas.microsoft.com/office/drawing/2014/main" id="{C5CA4D77-415B-CDDE-2F0D-A3F21DDE7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83844" y="2608011"/>
            <a:ext cx="525066" cy="525066"/>
          </a:xfrm>
          <a:prstGeom prst="rect">
            <a:avLst/>
          </a:prstGeom>
        </p:spPr>
      </p:pic>
      <p:pic>
        <p:nvPicPr>
          <p:cNvPr id="13" name="Picture 12" descr="A blue folder with a black background&#10;&#10;Description automatically generated">
            <a:extLst>
              <a:ext uri="{FF2B5EF4-FFF2-40B4-BE49-F238E27FC236}">
                <a16:creationId xmlns:a16="http://schemas.microsoft.com/office/drawing/2014/main" id="{9D29BAD1-6C36-099A-0BAE-637C852CE5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83844" y="3206571"/>
            <a:ext cx="525066" cy="5250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8AF205F-5030-6253-2307-4682672D5241}"/>
              </a:ext>
            </a:extLst>
          </p:cNvPr>
          <p:cNvSpPr txBox="1"/>
          <p:nvPr/>
        </p:nvSpPr>
        <p:spPr>
          <a:xfrm>
            <a:off x="4500507" y="2192315"/>
            <a:ext cx="1010213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50"/>
              <a:t>Test Planning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046BEB-026D-3A9C-C1E2-6F4D6FC41423}"/>
              </a:ext>
            </a:extLst>
          </p:cNvPr>
          <p:cNvSpPr txBox="1"/>
          <p:nvPr/>
        </p:nvSpPr>
        <p:spPr>
          <a:xfrm>
            <a:off x="4500505" y="2748853"/>
            <a:ext cx="904415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50"/>
              <a:t>Test Design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0D98E3-065A-6EEE-9B23-ED972AB34D53}"/>
              </a:ext>
            </a:extLst>
          </p:cNvPr>
          <p:cNvSpPr txBox="1"/>
          <p:nvPr/>
        </p:nvSpPr>
        <p:spPr>
          <a:xfrm>
            <a:off x="4508909" y="3339009"/>
            <a:ext cx="1075936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50"/>
              <a:t>Test Execution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174E5C-9692-13A0-662C-CF8C5B4CBC03}"/>
              </a:ext>
            </a:extLst>
          </p:cNvPr>
          <p:cNvSpPr txBox="1"/>
          <p:nvPr/>
        </p:nvSpPr>
        <p:spPr>
          <a:xfrm>
            <a:off x="4500504" y="4004805"/>
            <a:ext cx="1273105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50"/>
              <a:t>Final Presentation</a:t>
            </a:r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01F87C2-35C3-A008-82E6-0B0ACF05ECE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983844" y="4462524"/>
            <a:ext cx="525066" cy="5250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56CF24D-0C4D-98A1-10AE-0AB92706145E}"/>
              </a:ext>
            </a:extLst>
          </p:cNvPr>
          <p:cNvSpPr txBox="1"/>
          <p:nvPr/>
        </p:nvSpPr>
        <p:spPr>
          <a:xfrm>
            <a:off x="4517314" y="4636983"/>
            <a:ext cx="986167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50"/>
              <a:t>README.md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0C59BFA-A7DF-A08C-E210-C9F1C78F98C4}"/>
              </a:ext>
            </a:extLst>
          </p:cNvPr>
          <p:cNvCxnSpPr>
            <a:cxnSpLocks/>
          </p:cNvCxnSpPr>
          <p:nvPr/>
        </p:nvCxnSpPr>
        <p:spPr>
          <a:xfrm>
            <a:off x="2650051" y="1266497"/>
            <a:ext cx="934026" cy="154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B61B54-581A-5D2E-4EE8-5FEE9B62C5DC}"/>
              </a:ext>
            </a:extLst>
          </p:cNvPr>
          <p:cNvCxnSpPr>
            <a:cxnSpLocks/>
          </p:cNvCxnSpPr>
          <p:nvPr/>
        </p:nvCxnSpPr>
        <p:spPr>
          <a:xfrm flipV="1">
            <a:off x="3550460" y="1301658"/>
            <a:ext cx="10391" cy="348222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720AFB2-203B-4025-82AA-6B69BC7E089B}"/>
              </a:ext>
            </a:extLst>
          </p:cNvPr>
          <p:cNvCxnSpPr>
            <a:cxnSpLocks/>
          </p:cNvCxnSpPr>
          <p:nvPr/>
        </p:nvCxnSpPr>
        <p:spPr>
          <a:xfrm>
            <a:off x="3563055" y="2315366"/>
            <a:ext cx="35248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542788-55FA-0DBD-5C9B-7F36EDF26AF5}"/>
              </a:ext>
            </a:extLst>
          </p:cNvPr>
          <p:cNvCxnSpPr>
            <a:cxnSpLocks/>
          </p:cNvCxnSpPr>
          <p:nvPr/>
        </p:nvCxnSpPr>
        <p:spPr>
          <a:xfrm>
            <a:off x="3579864" y="2870544"/>
            <a:ext cx="35248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5A9650-52DB-80A8-1E1C-6175183753C7}"/>
              </a:ext>
            </a:extLst>
          </p:cNvPr>
          <p:cNvCxnSpPr>
            <a:cxnSpLocks/>
          </p:cNvCxnSpPr>
          <p:nvPr/>
        </p:nvCxnSpPr>
        <p:spPr>
          <a:xfrm>
            <a:off x="3552447" y="3511918"/>
            <a:ext cx="35248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15D6580-D5F3-9A0C-BC95-5F67A6C11C2D}"/>
              </a:ext>
            </a:extLst>
          </p:cNvPr>
          <p:cNvCxnSpPr>
            <a:cxnSpLocks/>
          </p:cNvCxnSpPr>
          <p:nvPr/>
        </p:nvCxnSpPr>
        <p:spPr>
          <a:xfrm>
            <a:off x="3512629" y="4091683"/>
            <a:ext cx="35248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86F9A1-B7E7-AC23-7863-BCD4CC3CE3A9}"/>
              </a:ext>
            </a:extLst>
          </p:cNvPr>
          <p:cNvCxnSpPr>
            <a:cxnSpLocks/>
          </p:cNvCxnSpPr>
          <p:nvPr/>
        </p:nvCxnSpPr>
        <p:spPr>
          <a:xfrm>
            <a:off x="3521033" y="4783887"/>
            <a:ext cx="35248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Picture 32" descr="A blue folder with a black background&#10;&#10;Description automatically generated">
            <a:extLst>
              <a:ext uri="{FF2B5EF4-FFF2-40B4-BE49-F238E27FC236}">
                <a16:creationId xmlns:a16="http://schemas.microsoft.com/office/drawing/2014/main" id="{B395FA73-56AE-65A3-A645-5F7AF8A1C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83844" y="1450767"/>
            <a:ext cx="525066" cy="52506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87C9B9C-CD6A-3EAE-D723-17AC8EB3FED8}"/>
              </a:ext>
            </a:extLst>
          </p:cNvPr>
          <p:cNvSpPr txBox="1"/>
          <p:nvPr/>
        </p:nvSpPr>
        <p:spPr>
          <a:xfrm>
            <a:off x="4508911" y="1633631"/>
            <a:ext cx="1026243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50"/>
              <a:t>Requirements</a:t>
            </a:r>
            <a:endParaRPr lang="en-US" err="1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8B3C784-FAB2-214A-2FC4-515EEDE7C126}"/>
              </a:ext>
            </a:extLst>
          </p:cNvPr>
          <p:cNvCxnSpPr>
            <a:cxnSpLocks/>
          </p:cNvCxnSpPr>
          <p:nvPr/>
        </p:nvCxnSpPr>
        <p:spPr>
          <a:xfrm>
            <a:off x="3563055" y="1757681"/>
            <a:ext cx="35248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blue folder with a black background&#10;&#10;Description automatically generated">
            <a:extLst>
              <a:ext uri="{FF2B5EF4-FFF2-40B4-BE49-F238E27FC236}">
                <a16:creationId xmlns:a16="http://schemas.microsoft.com/office/drawing/2014/main" id="{258FF77A-F160-13B2-D3C0-379BAAD71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83844" y="3824947"/>
            <a:ext cx="525066" cy="525066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2F04D7-4DD5-8BE1-1C86-78CF03CC92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801" y="1448201"/>
            <a:ext cx="2566013" cy="353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73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FE88-9F3B-B8DD-C77B-AB18ED4C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9667"/>
            <a:ext cx="7886700" cy="592505"/>
          </a:xfrm>
        </p:spPr>
        <p:txBody>
          <a:bodyPr>
            <a:normAutofit fontScale="90000"/>
          </a:bodyPr>
          <a:lstStyle/>
          <a:p>
            <a:r>
              <a:rPr lang="en-US"/>
              <a:t>GitHub Repo Folder Structure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34868D-298F-433C-4F3A-5FCCEE35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02" y="1015164"/>
            <a:ext cx="3373722" cy="3789948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53883D-FF13-CC72-646A-A1B9FFC8C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174" y="1012156"/>
            <a:ext cx="4865772" cy="379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48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title"/>
          </p:nvPr>
        </p:nvSpPr>
        <p:spPr>
          <a:xfrm>
            <a:off x="2758150" y="1589575"/>
            <a:ext cx="38946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00"/>
              <a:t>Thank You</a:t>
            </a:r>
            <a:br>
              <a:rPr lang="en" sz="4500"/>
            </a:b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On-screen Show (16:9)</PresentationFormat>
  <Paragraphs>33</Paragraphs>
  <Slides>15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Paradigm</vt:lpstr>
      <vt:lpstr>PowerPoint Presentation</vt:lpstr>
      <vt:lpstr>Functional Decomposition Diagram (presented by Daniel Fox)</vt:lpstr>
      <vt:lpstr>Context Diagram (presented by Prashant Baral)</vt:lpstr>
      <vt:lpstr>RCT (presented by Prashant Baral)</vt:lpstr>
      <vt:lpstr>Testing RoadMap (presented by Arun Garwan)</vt:lpstr>
      <vt:lpstr>Test Plan (presented by Manisha Shah) </vt:lpstr>
      <vt:lpstr>Test Design Specification (presented by Deepali Sawant) </vt:lpstr>
      <vt:lpstr>Test Case Specification (presented by Deepali Sawant) </vt:lpstr>
      <vt:lpstr>Test Summary Report (presented by Thyagaraj Raghava) </vt:lpstr>
      <vt:lpstr>Application Recorded Demo (presented by Daniel Fox)</vt:lpstr>
      <vt:lpstr>PowerPoint Presentation</vt:lpstr>
      <vt:lpstr>GitHub Repo Link</vt:lpstr>
      <vt:lpstr>GitHub Repo Folder Structure</vt:lpstr>
      <vt:lpstr>GitHub Repo Folder Structure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ycvfc@yahoo.com</cp:lastModifiedBy>
  <cp:revision>169</cp:revision>
  <dcterms:modified xsi:type="dcterms:W3CDTF">2025-12-09T21:15:41Z</dcterms:modified>
</cp:coreProperties>
</file>