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43A1-9F91-A29E-6B59-CA4B50EB5964}" v="7" dt="2025-12-07T17:11:14.384"/>
    <p1510:client id="{2FF31F8C-89D2-EAD4-0B08-7C9DD6C2CC26}" v="7" dt="2025-12-07T17:28:14.750"/>
    <p1510:client id="{F63B732C-218A-9450-822A-5B9339807CEF}" v="7" dt="2025-12-07T17:26:30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bank process&#10;&#10;AI-generated content may be incorrect.">
            <a:extLst>
              <a:ext uri="{FF2B5EF4-FFF2-40B4-BE49-F238E27FC236}">
                <a16:creationId xmlns:a16="http://schemas.microsoft.com/office/drawing/2014/main" id="{39EE9ABE-E2FB-A4CE-FEC6-25C559A0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33" y="791149"/>
            <a:ext cx="10713673" cy="52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5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2025-12-07T17:08:24Z</dcterms:created>
  <dcterms:modified xsi:type="dcterms:W3CDTF">2025-12-08T00:15:12Z</dcterms:modified>
</cp:coreProperties>
</file>