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343A1-9F91-A29E-6B59-CA4B50EB5964}" v="7" dt="2025-12-07T17:11:14.384"/>
    <p1510:client id="{F63B732C-218A-9450-822A-5B9339807CEF}" v="7" dt="2025-12-07T17:26:30.6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83DACF01-4804-6A3E-97BF-0141CDE36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897" y="503219"/>
            <a:ext cx="9769435" cy="538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055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</cp:revision>
  <dcterms:created xsi:type="dcterms:W3CDTF">2025-12-07T17:08:24Z</dcterms:created>
  <dcterms:modified xsi:type="dcterms:W3CDTF">2025-12-08T00:14:56Z</dcterms:modified>
</cp:coreProperties>
</file>