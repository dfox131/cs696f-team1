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5D343A1-9F91-A29E-6B59-CA4B50EB5964}" v="7" dt="2025-12-07T17:11:14.384"/>
    <p1510:client id="{789D0B7D-9247-52C8-A260-C0B9335B919A}" v="8" dt="2025-12-08T21:55:18.37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ox, Mr. Daniel Patrick" userId="S::df99571n@pace.edu::744adb81-d2cb-494f-8d7a-609985a97258" providerId="AD" clId="Web-{05D343A1-9F91-A29E-6B59-CA4B50EB5964}"/>
    <pc:docChg chg="addSld delSld modSld">
      <pc:chgData name="Fox, Mr. Daniel Patrick" userId="S::df99571n@pace.edu::744adb81-d2cb-494f-8d7a-609985a97258" providerId="AD" clId="Web-{05D343A1-9F91-A29E-6B59-CA4B50EB5964}" dt="2025-12-07T17:11:14.384" v="5" actId="14100"/>
      <pc:docMkLst>
        <pc:docMk/>
      </pc:docMkLst>
      <pc:sldChg chg="del">
        <pc:chgData name="Fox, Mr. Daniel Patrick" userId="S::df99571n@pace.edu::744adb81-d2cb-494f-8d7a-609985a97258" providerId="AD" clId="Web-{05D343A1-9F91-A29E-6B59-CA4B50EB5964}" dt="2025-12-07T17:10:55.962" v="1"/>
        <pc:sldMkLst>
          <pc:docMk/>
          <pc:sldMk cId="109857222" sldId="256"/>
        </pc:sldMkLst>
      </pc:sldChg>
      <pc:sldChg chg="addSp modSp new">
        <pc:chgData name="Fox, Mr. Daniel Patrick" userId="S::df99571n@pace.edu::744adb81-d2cb-494f-8d7a-609985a97258" providerId="AD" clId="Web-{05D343A1-9F91-A29E-6B59-CA4B50EB5964}" dt="2025-12-07T17:11:14.384" v="5" actId="14100"/>
        <pc:sldMkLst>
          <pc:docMk/>
          <pc:sldMk cId="945055038" sldId="257"/>
        </pc:sldMkLst>
        <pc:picChg chg="add mod">
          <ac:chgData name="Fox, Mr. Daniel Patrick" userId="S::df99571n@pace.edu::744adb81-d2cb-494f-8d7a-609985a97258" providerId="AD" clId="Web-{05D343A1-9F91-A29E-6B59-CA4B50EB5964}" dt="2025-12-07T17:11:14.384" v="5" actId="14100"/>
          <ac:picMkLst>
            <pc:docMk/>
            <pc:sldMk cId="945055038" sldId="257"/>
            <ac:picMk id="2" creationId="{C550C2FA-86AD-4774-2973-CA13F67EC7C0}"/>
          </ac:picMkLst>
        </pc:picChg>
      </pc:sldChg>
    </pc:docChg>
  </pc:docChgLst>
  <pc:docChgLst>
    <pc:chgData name="Fox, Mr. Daniel Patrick" userId="S::df99571n@pace.edu::744adb81-d2cb-494f-8d7a-609985a97258" providerId="AD" clId="Web-{789D0B7D-9247-52C8-A260-C0B9335B919A}"/>
    <pc:docChg chg="modSld">
      <pc:chgData name="Fox, Mr. Daniel Patrick" userId="S::df99571n@pace.edu::744adb81-d2cb-494f-8d7a-609985a97258" providerId="AD" clId="Web-{789D0B7D-9247-52C8-A260-C0B9335B919A}" dt="2025-12-08T21:55:18.374" v="6" actId="14100"/>
      <pc:docMkLst>
        <pc:docMk/>
      </pc:docMkLst>
      <pc:sldChg chg="addSp delSp modSp">
        <pc:chgData name="Fox, Mr. Daniel Patrick" userId="S::df99571n@pace.edu::744adb81-d2cb-494f-8d7a-609985a97258" providerId="AD" clId="Web-{789D0B7D-9247-52C8-A260-C0B9335B919A}" dt="2025-12-08T21:55:18.374" v="6" actId="14100"/>
        <pc:sldMkLst>
          <pc:docMk/>
          <pc:sldMk cId="945055038" sldId="257"/>
        </pc:sldMkLst>
        <pc:picChg chg="del">
          <ac:chgData name="Fox, Mr. Daniel Patrick" userId="S::df99571n@pace.edu::744adb81-d2cb-494f-8d7a-609985a97258" providerId="AD" clId="Web-{789D0B7D-9247-52C8-A260-C0B9335B919A}" dt="2025-12-08T21:54:48.108" v="0"/>
          <ac:picMkLst>
            <pc:docMk/>
            <pc:sldMk cId="945055038" sldId="257"/>
            <ac:picMk id="2" creationId="{C550C2FA-86AD-4774-2973-CA13F67EC7C0}"/>
          </ac:picMkLst>
        </pc:picChg>
        <pc:picChg chg="add mod">
          <ac:chgData name="Fox, Mr. Daniel Patrick" userId="S::df99571n@pace.edu::744adb81-d2cb-494f-8d7a-609985a97258" providerId="AD" clId="Web-{789D0B7D-9247-52C8-A260-C0B9335B919A}" dt="2025-12-08T21:55:18.374" v="6" actId="14100"/>
          <ac:picMkLst>
            <pc:docMk/>
            <pc:sldMk cId="945055038" sldId="257"/>
            <ac:picMk id="3" creationId="{5C9AE0B8-BDD3-0FD9-9701-CDDB4036A823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of a data flow&#10;&#10;AI-generated content may be incorrect.">
            <a:extLst>
              <a:ext uri="{FF2B5EF4-FFF2-40B4-BE49-F238E27FC236}">
                <a16:creationId xmlns:a16="http://schemas.microsoft.com/office/drawing/2014/main" id="{5C9AE0B8-BDD3-0FD9-9701-CDDB4036A8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2" y="134957"/>
            <a:ext cx="12025943" cy="6725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50550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11</cp:revision>
  <dcterms:created xsi:type="dcterms:W3CDTF">2025-12-07T17:08:24Z</dcterms:created>
  <dcterms:modified xsi:type="dcterms:W3CDTF">2025-12-08T21:55:28Z</dcterms:modified>
</cp:coreProperties>
</file>