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43A1-9F91-A29E-6B59-CA4B50EB5964}" v="7" dt="2025-12-07T17:11:14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general account&#10;&#10;AI-generated content may be incorrect.">
            <a:extLst>
              <a:ext uri="{FF2B5EF4-FFF2-40B4-BE49-F238E27FC236}">
                <a16:creationId xmlns:a16="http://schemas.microsoft.com/office/drawing/2014/main" id="{C550C2FA-86AD-4774-2973-CA13F67EC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19" y="797346"/>
            <a:ext cx="10511926" cy="53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5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2025-12-07T17:08:24Z</dcterms:created>
  <dcterms:modified xsi:type="dcterms:W3CDTF">2025-12-08T00:14:05Z</dcterms:modified>
</cp:coreProperties>
</file>