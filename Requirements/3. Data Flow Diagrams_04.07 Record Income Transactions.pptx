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6D2AEDE7-D1F7-AF98-1CC0-DA4F5444FA49}" v="4" dt="2025-12-08T00:12:33.329"/>
    <p1510:client id="{ED606E4C-B821-78DF-B2CA-064A710FA6A5}" v="1" dt="2025-12-07T21:15:30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id="{EBBEC805-70AB-62B1-6AD3-30CC1588B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47" y="156072"/>
            <a:ext cx="10447506" cy="645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2025-12-07T17:08:24Z</dcterms:created>
  <dcterms:modified xsi:type="dcterms:W3CDTF">2025-12-08T00:14:25Z</dcterms:modified>
</cp:coreProperties>
</file>